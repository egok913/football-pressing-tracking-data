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6" r:id="rId2"/>
    <p:sldId id="257" r:id="rId3"/>
    <p:sldId id="258" r:id="rId4"/>
    <p:sldId id="259" r:id="rId5"/>
    <p:sldId id="260" r:id="rId6"/>
    <p:sldId id="262" r:id="rId7"/>
    <p:sldId id="263" r:id="rId8"/>
    <p:sldId id="264" r:id="rId9"/>
    <p:sldId id="265" r:id="rId10"/>
    <p:sldId id="267" r:id="rId11"/>
    <p:sldId id="266" r:id="rId12"/>
    <p:sldId id="268" r:id="rId13"/>
    <p:sldId id="269" r:id="rId14"/>
    <p:sldId id="271" r:id="rId15"/>
    <p:sldId id="273" r:id="rId16"/>
    <p:sldId id="272" r:id="rId17"/>
    <p:sldId id="274" r:id="rId18"/>
    <p:sldId id="275"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C27F61-C067-442D-8AFF-79609048BDB3}" type="doc">
      <dgm:prSet loTypeId="urn:microsoft.com/office/officeart/2005/8/layout/process1" loCatId="process" qsTypeId="urn:microsoft.com/office/officeart/2005/8/quickstyle/simple1" qsCatId="simple" csTypeId="urn:microsoft.com/office/officeart/2005/8/colors/accent0_1" csCatId="mainScheme" phldr="1"/>
      <dgm:spPr/>
      <dgm:t>
        <a:bodyPr/>
        <a:lstStyle/>
        <a:p>
          <a:endParaRPr lang="en-GB"/>
        </a:p>
      </dgm:t>
    </dgm:pt>
    <dgm:pt modelId="{FD7325D2-E2FE-4C2B-833A-FE7E3A4C5C3C}">
      <dgm:prSet phldrT="[Text]" phldr="0"/>
      <dgm:spPr/>
      <dgm:t>
        <a:bodyPr/>
        <a:lstStyle/>
        <a:p>
          <a:r>
            <a:rPr lang="en-GB" dirty="0"/>
            <a:t>Raw Football Data</a:t>
          </a:r>
        </a:p>
      </dgm:t>
    </dgm:pt>
    <dgm:pt modelId="{F2B500AF-0C92-4794-92A3-6542DF6D08C4}" type="parTrans" cxnId="{84ECB1F8-048C-429E-A082-A061EE9A98F9}">
      <dgm:prSet/>
      <dgm:spPr/>
      <dgm:t>
        <a:bodyPr/>
        <a:lstStyle/>
        <a:p>
          <a:endParaRPr lang="en-GB"/>
        </a:p>
      </dgm:t>
    </dgm:pt>
    <dgm:pt modelId="{2CB551E3-9723-474D-9AE0-212D47C9FEA2}" type="sibTrans" cxnId="{84ECB1F8-048C-429E-A082-A061EE9A98F9}">
      <dgm:prSet/>
      <dgm:spPr>
        <a:solidFill>
          <a:schemeClr val="tx1"/>
        </a:solidFill>
      </dgm:spPr>
      <dgm:t>
        <a:bodyPr/>
        <a:lstStyle/>
        <a:p>
          <a:endParaRPr lang="en-GB"/>
        </a:p>
      </dgm:t>
    </dgm:pt>
    <dgm:pt modelId="{F4F7A87C-1B8C-448C-8829-0C6B4F72CC90}">
      <dgm:prSet phldrT="[Text]" phldr="0"/>
      <dgm:spPr/>
      <dgm:t>
        <a:bodyPr/>
        <a:lstStyle/>
        <a:p>
          <a:r>
            <a:rPr lang="en-GB" dirty="0"/>
            <a:t>Data Integration</a:t>
          </a:r>
        </a:p>
      </dgm:t>
    </dgm:pt>
    <dgm:pt modelId="{F6817C26-6D72-4CF3-BAA2-BF67C88D45DB}" type="parTrans" cxnId="{F77A6058-7C71-49C8-95C0-9590FE8913EC}">
      <dgm:prSet/>
      <dgm:spPr/>
      <dgm:t>
        <a:bodyPr/>
        <a:lstStyle/>
        <a:p>
          <a:endParaRPr lang="en-GB"/>
        </a:p>
      </dgm:t>
    </dgm:pt>
    <dgm:pt modelId="{AB3BBB19-0D19-45A6-868C-D03E3519BACE}" type="sibTrans" cxnId="{F77A6058-7C71-49C8-95C0-9590FE8913EC}">
      <dgm:prSet/>
      <dgm:spPr>
        <a:solidFill>
          <a:schemeClr val="tx1"/>
        </a:solidFill>
      </dgm:spPr>
      <dgm:t>
        <a:bodyPr/>
        <a:lstStyle/>
        <a:p>
          <a:endParaRPr lang="en-GB"/>
        </a:p>
      </dgm:t>
    </dgm:pt>
    <dgm:pt modelId="{9A172D50-6FC9-41AB-A16F-CD3AA3A90515}">
      <dgm:prSet phldrT="[Text]" phldr="0"/>
      <dgm:spPr/>
      <dgm:t>
        <a:bodyPr/>
        <a:lstStyle/>
        <a:p>
          <a:r>
            <a:rPr lang="en-GB" dirty="0"/>
            <a:t>Context Construction</a:t>
          </a:r>
        </a:p>
      </dgm:t>
    </dgm:pt>
    <dgm:pt modelId="{4FB5EA94-AC24-443D-A616-64EF5927F0F2}" type="parTrans" cxnId="{36C6B4D0-7697-4485-99F9-2AB874E08F91}">
      <dgm:prSet/>
      <dgm:spPr/>
      <dgm:t>
        <a:bodyPr/>
        <a:lstStyle/>
        <a:p>
          <a:endParaRPr lang="en-GB"/>
        </a:p>
      </dgm:t>
    </dgm:pt>
    <dgm:pt modelId="{8CC67BB1-BA6C-4D13-8048-39E58AB9F3F3}" type="sibTrans" cxnId="{36C6B4D0-7697-4485-99F9-2AB874E08F91}">
      <dgm:prSet/>
      <dgm:spPr>
        <a:solidFill>
          <a:schemeClr val="tx1"/>
        </a:solidFill>
      </dgm:spPr>
      <dgm:t>
        <a:bodyPr/>
        <a:lstStyle/>
        <a:p>
          <a:endParaRPr lang="en-GB"/>
        </a:p>
      </dgm:t>
    </dgm:pt>
    <dgm:pt modelId="{BCFB3A52-6CB2-400F-ADEB-8C276D68D8AA}">
      <dgm:prSet phldrT="[Text]" phldr="0"/>
      <dgm:spPr/>
      <dgm:t>
        <a:bodyPr/>
        <a:lstStyle/>
        <a:p>
          <a:r>
            <a:rPr lang="en-GB" dirty="0"/>
            <a:t>Behaviour Detection</a:t>
          </a:r>
        </a:p>
      </dgm:t>
    </dgm:pt>
    <dgm:pt modelId="{2F902CD3-83D2-4609-882B-FBA8687EFC5A}" type="parTrans" cxnId="{84AE8A7C-5EC4-45FC-8352-5D863F2F9D38}">
      <dgm:prSet/>
      <dgm:spPr/>
      <dgm:t>
        <a:bodyPr/>
        <a:lstStyle/>
        <a:p>
          <a:endParaRPr lang="en-GB"/>
        </a:p>
      </dgm:t>
    </dgm:pt>
    <dgm:pt modelId="{0069241D-67EC-4E0A-B121-414ECDEFD2BD}" type="sibTrans" cxnId="{84AE8A7C-5EC4-45FC-8352-5D863F2F9D38}">
      <dgm:prSet/>
      <dgm:spPr>
        <a:solidFill>
          <a:schemeClr val="tx1"/>
        </a:solidFill>
      </dgm:spPr>
      <dgm:t>
        <a:bodyPr/>
        <a:lstStyle/>
        <a:p>
          <a:endParaRPr lang="en-GB"/>
        </a:p>
      </dgm:t>
    </dgm:pt>
    <dgm:pt modelId="{90722D68-A25D-403C-9009-FB03132FCFA5}">
      <dgm:prSet phldrT="[Text]" phldr="0"/>
      <dgm:spPr/>
      <dgm:t>
        <a:bodyPr/>
        <a:lstStyle/>
        <a:p>
          <a:r>
            <a:rPr lang="en-GB"/>
            <a:t>Sequence Modelling</a:t>
          </a:r>
          <a:endParaRPr lang="en-GB" dirty="0"/>
        </a:p>
      </dgm:t>
    </dgm:pt>
    <dgm:pt modelId="{38765A7C-E41B-48FE-8942-A5EA0577D361}" type="parTrans" cxnId="{8F1BB40B-0F24-45EA-B0BA-E754FC392A0F}">
      <dgm:prSet/>
      <dgm:spPr/>
      <dgm:t>
        <a:bodyPr/>
        <a:lstStyle/>
        <a:p>
          <a:endParaRPr lang="en-GB"/>
        </a:p>
      </dgm:t>
    </dgm:pt>
    <dgm:pt modelId="{83ABB53B-DF68-446C-A017-876C2B2B652C}" type="sibTrans" cxnId="{8F1BB40B-0F24-45EA-B0BA-E754FC392A0F}">
      <dgm:prSet/>
      <dgm:spPr>
        <a:solidFill>
          <a:schemeClr val="tx1"/>
        </a:solidFill>
      </dgm:spPr>
      <dgm:t>
        <a:bodyPr/>
        <a:lstStyle/>
        <a:p>
          <a:endParaRPr lang="en-GB"/>
        </a:p>
      </dgm:t>
    </dgm:pt>
    <dgm:pt modelId="{812676E0-5EA0-4DD0-B02D-CF73B6D431F3}">
      <dgm:prSet phldrT="[Text]" phldr="0"/>
      <dgm:spPr/>
      <dgm:t>
        <a:bodyPr/>
        <a:lstStyle/>
        <a:p>
          <a:r>
            <a:rPr lang="en-GB"/>
            <a:t>Outcome Evaluation</a:t>
          </a:r>
          <a:endParaRPr lang="en-GB" dirty="0"/>
        </a:p>
      </dgm:t>
    </dgm:pt>
    <dgm:pt modelId="{25ADB8A1-5022-43D8-A193-7986305D0335}" type="parTrans" cxnId="{9E40044A-9456-420D-8DC7-188C568EF57C}">
      <dgm:prSet/>
      <dgm:spPr/>
      <dgm:t>
        <a:bodyPr/>
        <a:lstStyle/>
        <a:p>
          <a:endParaRPr lang="en-GB"/>
        </a:p>
      </dgm:t>
    </dgm:pt>
    <dgm:pt modelId="{D46F9A93-D710-489A-838F-812E39CCCBA2}" type="sibTrans" cxnId="{9E40044A-9456-420D-8DC7-188C568EF57C}">
      <dgm:prSet/>
      <dgm:spPr/>
      <dgm:t>
        <a:bodyPr/>
        <a:lstStyle/>
        <a:p>
          <a:endParaRPr lang="en-GB"/>
        </a:p>
      </dgm:t>
    </dgm:pt>
    <dgm:pt modelId="{AD2D3C98-83C1-430F-8A89-9AE9DB4A72F7}" type="pres">
      <dgm:prSet presAssocID="{35C27F61-C067-442D-8AFF-79609048BDB3}" presName="Name0" presStyleCnt="0">
        <dgm:presLayoutVars>
          <dgm:dir/>
          <dgm:resizeHandles val="exact"/>
        </dgm:presLayoutVars>
      </dgm:prSet>
      <dgm:spPr/>
    </dgm:pt>
    <dgm:pt modelId="{EF7E357E-3EFC-4341-A76C-458DAAAF08EF}" type="pres">
      <dgm:prSet presAssocID="{FD7325D2-E2FE-4C2B-833A-FE7E3A4C5C3C}" presName="node" presStyleLbl="node1" presStyleIdx="0" presStyleCnt="6">
        <dgm:presLayoutVars>
          <dgm:bulletEnabled val="1"/>
        </dgm:presLayoutVars>
      </dgm:prSet>
      <dgm:spPr/>
    </dgm:pt>
    <dgm:pt modelId="{46D6C504-EDC6-4EED-AC2F-9AC246663EB5}" type="pres">
      <dgm:prSet presAssocID="{2CB551E3-9723-474D-9AE0-212D47C9FEA2}" presName="sibTrans" presStyleLbl="sibTrans2D1" presStyleIdx="0" presStyleCnt="5"/>
      <dgm:spPr/>
    </dgm:pt>
    <dgm:pt modelId="{849433BF-1256-4742-B1C7-602C09A507FB}" type="pres">
      <dgm:prSet presAssocID="{2CB551E3-9723-474D-9AE0-212D47C9FEA2}" presName="connectorText" presStyleLbl="sibTrans2D1" presStyleIdx="0" presStyleCnt="5"/>
      <dgm:spPr/>
    </dgm:pt>
    <dgm:pt modelId="{F9C0C5EE-E891-4CAD-8C08-CD8116FEE28E}" type="pres">
      <dgm:prSet presAssocID="{F4F7A87C-1B8C-448C-8829-0C6B4F72CC90}" presName="node" presStyleLbl="node1" presStyleIdx="1" presStyleCnt="6">
        <dgm:presLayoutVars>
          <dgm:bulletEnabled val="1"/>
        </dgm:presLayoutVars>
      </dgm:prSet>
      <dgm:spPr/>
    </dgm:pt>
    <dgm:pt modelId="{C98904EF-27F0-48C3-B6DB-92A24E285015}" type="pres">
      <dgm:prSet presAssocID="{AB3BBB19-0D19-45A6-868C-D03E3519BACE}" presName="sibTrans" presStyleLbl="sibTrans2D1" presStyleIdx="1" presStyleCnt="5"/>
      <dgm:spPr/>
    </dgm:pt>
    <dgm:pt modelId="{71BAD48E-CE33-4C8D-ACEE-F0E9B1372216}" type="pres">
      <dgm:prSet presAssocID="{AB3BBB19-0D19-45A6-868C-D03E3519BACE}" presName="connectorText" presStyleLbl="sibTrans2D1" presStyleIdx="1" presStyleCnt="5"/>
      <dgm:spPr/>
    </dgm:pt>
    <dgm:pt modelId="{1882639D-E287-4729-88B0-C8814B4442F9}" type="pres">
      <dgm:prSet presAssocID="{9A172D50-6FC9-41AB-A16F-CD3AA3A90515}" presName="node" presStyleLbl="node1" presStyleIdx="2" presStyleCnt="6">
        <dgm:presLayoutVars>
          <dgm:bulletEnabled val="1"/>
        </dgm:presLayoutVars>
      </dgm:prSet>
      <dgm:spPr/>
    </dgm:pt>
    <dgm:pt modelId="{EA9A22DC-70C2-4060-8CB0-F8DB6B827A38}" type="pres">
      <dgm:prSet presAssocID="{8CC67BB1-BA6C-4D13-8048-39E58AB9F3F3}" presName="sibTrans" presStyleLbl="sibTrans2D1" presStyleIdx="2" presStyleCnt="5"/>
      <dgm:spPr/>
    </dgm:pt>
    <dgm:pt modelId="{A43DDCB9-2AAA-4338-878D-6027FBDB6757}" type="pres">
      <dgm:prSet presAssocID="{8CC67BB1-BA6C-4D13-8048-39E58AB9F3F3}" presName="connectorText" presStyleLbl="sibTrans2D1" presStyleIdx="2" presStyleCnt="5"/>
      <dgm:spPr/>
    </dgm:pt>
    <dgm:pt modelId="{D5FD6F7E-169F-46D1-BAB6-C360E6182B8B}" type="pres">
      <dgm:prSet presAssocID="{BCFB3A52-6CB2-400F-ADEB-8C276D68D8AA}" presName="node" presStyleLbl="node1" presStyleIdx="3" presStyleCnt="6">
        <dgm:presLayoutVars>
          <dgm:bulletEnabled val="1"/>
        </dgm:presLayoutVars>
      </dgm:prSet>
      <dgm:spPr/>
    </dgm:pt>
    <dgm:pt modelId="{0BBF7725-640A-4AEB-AEC3-BC6722DB3EE5}" type="pres">
      <dgm:prSet presAssocID="{0069241D-67EC-4E0A-B121-414ECDEFD2BD}" presName="sibTrans" presStyleLbl="sibTrans2D1" presStyleIdx="3" presStyleCnt="5"/>
      <dgm:spPr/>
    </dgm:pt>
    <dgm:pt modelId="{6F9C3B8C-2301-4249-BAE8-55E834CF9A97}" type="pres">
      <dgm:prSet presAssocID="{0069241D-67EC-4E0A-B121-414ECDEFD2BD}" presName="connectorText" presStyleLbl="sibTrans2D1" presStyleIdx="3" presStyleCnt="5"/>
      <dgm:spPr/>
    </dgm:pt>
    <dgm:pt modelId="{83011BE6-E230-465F-B5F4-33F10EB58E9A}" type="pres">
      <dgm:prSet presAssocID="{90722D68-A25D-403C-9009-FB03132FCFA5}" presName="node" presStyleLbl="node1" presStyleIdx="4" presStyleCnt="6">
        <dgm:presLayoutVars>
          <dgm:bulletEnabled val="1"/>
        </dgm:presLayoutVars>
      </dgm:prSet>
      <dgm:spPr/>
    </dgm:pt>
    <dgm:pt modelId="{966D4445-1B8E-4200-8B5B-AB0C861C3ED7}" type="pres">
      <dgm:prSet presAssocID="{83ABB53B-DF68-446C-A017-876C2B2B652C}" presName="sibTrans" presStyleLbl="sibTrans2D1" presStyleIdx="4" presStyleCnt="5"/>
      <dgm:spPr/>
    </dgm:pt>
    <dgm:pt modelId="{CE45D6B3-8E1B-44AD-9CDA-A6AF6327C221}" type="pres">
      <dgm:prSet presAssocID="{83ABB53B-DF68-446C-A017-876C2B2B652C}" presName="connectorText" presStyleLbl="sibTrans2D1" presStyleIdx="4" presStyleCnt="5"/>
      <dgm:spPr/>
    </dgm:pt>
    <dgm:pt modelId="{EFE150D0-0CEF-45D9-A566-47C3CADF4954}" type="pres">
      <dgm:prSet presAssocID="{812676E0-5EA0-4DD0-B02D-CF73B6D431F3}" presName="node" presStyleLbl="node1" presStyleIdx="5" presStyleCnt="6">
        <dgm:presLayoutVars>
          <dgm:bulletEnabled val="1"/>
        </dgm:presLayoutVars>
      </dgm:prSet>
      <dgm:spPr/>
    </dgm:pt>
  </dgm:ptLst>
  <dgm:cxnLst>
    <dgm:cxn modelId="{8F1BB40B-0F24-45EA-B0BA-E754FC392A0F}" srcId="{35C27F61-C067-442D-8AFF-79609048BDB3}" destId="{90722D68-A25D-403C-9009-FB03132FCFA5}" srcOrd="4" destOrd="0" parTransId="{38765A7C-E41B-48FE-8942-A5EA0577D361}" sibTransId="{83ABB53B-DF68-446C-A017-876C2B2B652C}"/>
    <dgm:cxn modelId="{7745450E-1176-43E9-BC89-5A4092B9745E}" type="presOf" srcId="{AB3BBB19-0D19-45A6-868C-D03E3519BACE}" destId="{C98904EF-27F0-48C3-B6DB-92A24E285015}" srcOrd="0" destOrd="0" presId="urn:microsoft.com/office/officeart/2005/8/layout/process1"/>
    <dgm:cxn modelId="{7EEE2713-0095-4C6C-889C-54EC9D865AEC}" type="presOf" srcId="{F4F7A87C-1B8C-448C-8829-0C6B4F72CC90}" destId="{F9C0C5EE-E891-4CAD-8C08-CD8116FEE28E}" srcOrd="0" destOrd="0" presId="urn:microsoft.com/office/officeart/2005/8/layout/process1"/>
    <dgm:cxn modelId="{7FB2B128-36FB-4805-8905-7F332161D015}" type="presOf" srcId="{AB3BBB19-0D19-45A6-868C-D03E3519BACE}" destId="{71BAD48E-CE33-4C8D-ACEE-F0E9B1372216}" srcOrd="1" destOrd="0" presId="urn:microsoft.com/office/officeart/2005/8/layout/process1"/>
    <dgm:cxn modelId="{1D103032-5EAE-4F14-8B44-42991D49CBE0}" type="presOf" srcId="{0069241D-67EC-4E0A-B121-414ECDEFD2BD}" destId="{0BBF7725-640A-4AEB-AEC3-BC6722DB3EE5}" srcOrd="0" destOrd="0" presId="urn:microsoft.com/office/officeart/2005/8/layout/process1"/>
    <dgm:cxn modelId="{0EE14D5D-627E-476F-8AC1-B23E4480EAA4}" type="presOf" srcId="{8CC67BB1-BA6C-4D13-8048-39E58AB9F3F3}" destId="{A43DDCB9-2AAA-4338-878D-6027FBDB6757}" srcOrd="1" destOrd="0" presId="urn:microsoft.com/office/officeart/2005/8/layout/process1"/>
    <dgm:cxn modelId="{9E40044A-9456-420D-8DC7-188C568EF57C}" srcId="{35C27F61-C067-442D-8AFF-79609048BDB3}" destId="{812676E0-5EA0-4DD0-B02D-CF73B6D431F3}" srcOrd="5" destOrd="0" parTransId="{25ADB8A1-5022-43D8-A193-7986305D0335}" sibTransId="{D46F9A93-D710-489A-838F-812E39CCCBA2}"/>
    <dgm:cxn modelId="{D5B4136C-703D-4ED6-A08B-9863167E0ABE}" type="presOf" srcId="{9A172D50-6FC9-41AB-A16F-CD3AA3A90515}" destId="{1882639D-E287-4729-88B0-C8814B4442F9}" srcOrd="0" destOrd="0" presId="urn:microsoft.com/office/officeart/2005/8/layout/process1"/>
    <dgm:cxn modelId="{D88CA172-9082-40A7-8D5E-B1E152C1C384}" type="presOf" srcId="{35C27F61-C067-442D-8AFF-79609048BDB3}" destId="{AD2D3C98-83C1-430F-8A89-9AE9DB4A72F7}" srcOrd="0" destOrd="0" presId="urn:microsoft.com/office/officeart/2005/8/layout/process1"/>
    <dgm:cxn modelId="{FB59C975-BEC7-4754-9261-10F00107C55C}" type="presOf" srcId="{812676E0-5EA0-4DD0-B02D-CF73B6D431F3}" destId="{EFE150D0-0CEF-45D9-A566-47C3CADF4954}" srcOrd="0" destOrd="0" presId="urn:microsoft.com/office/officeart/2005/8/layout/process1"/>
    <dgm:cxn modelId="{F77A6058-7C71-49C8-95C0-9590FE8913EC}" srcId="{35C27F61-C067-442D-8AFF-79609048BDB3}" destId="{F4F7A87C-1B8C-448C-8829-0C6B4F72CC90}" srcOrd="1" destOrd="0" parTransId="{F6817C26-6D72-4CF3-BAA2-BF67C88D45DB}" sibTransId="{AB3BBB19-0D19-45A6-868C-D03E3519BACE}"/>
    <dgm:cxn modelId="{84AE8A7C-5EC4-45FC-8352-5D863F2F9D38}" srcId="{35C27F61-C067-442D-8AFF-79609048BDB3}" destId="{BCFB3A52-6CB2-400F-ADEB-8C276D68D8AA}" srcOrd="3" destOrd="0" parTransId="{2F902CD3-83D2-4609-882B-FBA8687EFC5A}" sibTransId="{0069241D-67EC-4E0A-B121-414ECDEFD2BD}"/>
    <dgm:cxn modelId="{BB1C3089-C0F1-4A12-9220-1CAA34AD0311}" type="presOf" srcId="{2CB551E3-9723-474D-9AE0-212D47C9FEA2}" destId="{849433BF-1256-4742-B1C7-602C09A507FB}" srcOrd="1" destOrd="0" presId="urn:microsoft.com/office/officeart/2005/8/layout/process1"/>
    <dgm:cxn modelId="{41469D8A-4FF7-4F4D-B533-0CBD1B6A8E7E}" type="presOf" srcId="{BCFB3A52-6CB2-400F-ADEB-8C276D68D8AA}" destId="{D5FD6F7E-169F-46D1-BAB6-C360E6182B8B}" srcOrd="0" destOrd="0" presId="urn:microsoft.com/office/officeart/2005/8/layout/process1"/>
    <dgm:cxn modelId="{246CDB90-243B-4E4F-875E-F32C8615CE1E}" type="presOf" srcId="{FD7325D2-E2FE-4C2B-833A-FE7E3A4C5C3C}" destId="{EF7E357E-3EFC-4341-A76C-458DAAAF08EF}" srcOrd="0" destOrd="0" presId="urn:microsoft.com/office/officeart/2005/8/layout/process1"/>
    <dgm:cxn modelId="{E8F15B94-E5C8-4A17-9626-0B6C6DEBFA7C}" type="presOf" srcId="{90722D68-A25D-403C-9009-FB03132FCFA5}" destId="{83011BE6-E230-465F-B5F4-33F10EB58E9A}" srcOrd="0" destOrd="0" presId="urn:microsoft.com/office/officeart/2005/8/layout/process1"/>
    <dgm:cxn modelId="{90AE39A5-F15B-4977-9D64-EAE85609DD55}" type="presOf" srcId="{2CB551E3-9723-474D-9AE0-212D47C9FEA2}" destId="{46D6C504-EDC6-4EED-AC2F-9AC246663EB5}" srcOrd="0" destOrd="0" presId="urn:microsoft.com/office/officeart/2005/8/layout/process1"/>
    <dgm:cxn modelId="{B9BD2FB0-D49F-4014-AC68-A110113871C6}" type="presOf" srcId="{0069241D-67EC-4E0A-B121-414ECDEFD2BD}" destId="{6F9C3B8C-2301-4249-BAE8-55E834CF9A97}" srcOrd="1" destOrd="0" presId="urn:microsoft.com/office/officeart/2005/8/layout/process1"/>
    <dgm:cxn modelId="{BA1C87BC-D7BA-40BA-BE44-152C2617C058}" type="presOf" srcId="{8CC67BB1-BA6C-4D13-8048-39E58AB9F3F3}" destId="{EA9A22DC-70C2-4060-8CB0-F8DB6B827A38}" srcOrd="0" destOrd="0" presId="urn:microsoft.com/office/officeart/2005/8/layout/process1"/>
    <dgm:cxn modelId="{8CC4BDC5-1B9A-477A-B859-FC4CF96839E6}" type="presOf" srcId="{83ABB53B-DF68-446C-A017-876C2B2B652C}" destId="{966D4445-1B8E-4200-8B5B-AB0C861C3ED7}" srcOrd="0" destOrd="0" presId="urn:microsoft.com/office/officeart/2005/8/layout/process1"/>
    <dgm:cxn modelId="{F06FC6CD-B717-4965-BC81-5C15B21FE8AF}" type="presOf" srcId="{83ABB53B-DF68-446C-A017-876C2B2B652C}" destId="{CE45D6B3-8E1B-44AD-9CDA-A6AF6327C221}" srcOrd="1" destOrd="0" presId="urn:microsoft.com/office/officeart/2005/8/layout/process1"/>
    <dgm:cxn modelId="{36C6B4D0-7697-4485-99F9-2AB874E08F91}" srcId="{35C27F61-C067-442D-8AFF-79609048BDB3}" destId="{9A172D50-6FC9-41AB-A16F-CD3AA3A90515}" srcOrd="2" destOrd="0" parTransId="{4FB5EA94-AC24-443D-A616-64EF5927F0F2}" sibTransId="{8CC67BB1-BA6C-4D13-8048-39E58AB9F3F3}"/>
    <dgm:cxn modelId="{84ECB1F8-048C-429E-A082-A061EE9A98F9}" srcId="{35C27F61-C067-442D-8AFF-79609048BDB3}" destId="{FD7325D2-E2FE-4C2B-833A-FE7E3A4C5C3C}" srcOrd="0" destOrd="0" parTransId="{F2B500AF-0C92-4794-92A3-6542DF6D08C4}" sibTransId="{2CB551E3-9723-474D-9AE0-212D47C9FEA2}"/>
    <dgm:cxn modelId="{F4544656-7F5F-4768-86F0-5AB21AA79A76}" type="presParOf" srcId="{AD2D3C98-83C1-430F-8A89-9AE9DB4A72F7}" destId="{EF7E357E-3EFC-4341-A76C-458DAAAF08EF}" srcOrd="0" destOrd="0" presId="urn:microsoft.com/office/officeart/2005/8/layout/process1"/>
    <dgm:cxn modelId="{78DBE9B0-D181-48F6-8DB0-934D3DBE66FE}" type="presParOf" srcId="{AD2D3C98-83C1-430F-8A89-9AE9DB4A72F7}" destId="{46D6C504-EDC6-4EED-AC2F-9AC246663EB5}" srcOrd="1" destOrd="0" presId="urn:microsoft.com/office/officeart/2005/8/layout/process1"/>
    <dgm:cxn modelId="{DAA8D72C-EF07-4C35-AC1A-D774379D6BCF}" type="presParOf" srcId="{46D6C504-EDC6-4EED-AC2F-9AC246663EB5}" destId="{849433BF-1256-4742-B1C7-602C09A507FB}" srcOrd="0" destOrd="0" presId="urn:microsoft.com/office/officeart/2005/8/layout/process1"/>
    <dgm:cxn modelId="{66CEBBF7-E819-4E8B-87D1-2C509C361B80}" type="presParOf" srcId="{AD2D3C98-83C1-430F-8A89-9AE9DB4A72F7}" destId="{F9C0C5EE-E891-4CAD-8C08-CD8116FEE28E}" srcOrd="2" destOrd="0" presId="urn:microsoft.com/office/officeart/2005/8/layout/process1"/>
    <dgm:cxn modelId="{F7DB1AB3-1B2D-4ACD-BE22-CA0434F13E12}" type="presParOf" srcId="{AD2D3C98-83C1-430F-8A89-9AE9DB4A72F7}" destId="{C98904EF-27F0-48C3-B6DB-92A24E285015}" srcOrd="3" destOrd="0" presId="urn:microsoft.com/office/officeart/2005/8/layout/process1"/>
    <dgm:cxn modelId="{4FCB7877-F5E3-4A57-A810-6D5AAB377C98}" type="presParOf" srcId="{C98904EF-27F0-48C3-B6DB-92A24E285015}" destId="{71BAD48E-CE33-4C8D-ACEE-F0E9B1372216}" srcOrd="0" destOrd="0" presId="urn:microsoft.com/office/officeart/2005/8/layout/process1"/>
    <dgm:cxn modelId="{10384543-7DCE-43CE-A68B-14D175F2A8F6}" type="presParOf" srcId="{AD2D3C98-83C1-430F-8A89-9AE9DB4A72F7}" destId="{1882639D-E287-4729-88B0-C8814B4442F9}" srcOrd="4" destOrd="0" presId="urn:microsoft.com/office/officeart/2005/8/layout/process1"/>
    <dgm:cxn modelId="{C204E9AD-5D8A-44B4-A49B-81B0338F809D}" type="presParOf" srcId="{AD2D3C98-83C1-430F-8A89-9AE9DB4A72F7}" destId="{EA9A22DC-70C2-4060-8CB0-F8DB6B827A38}" srcOrd="5" destOrd="0" presId="urn:microsoft.com/office/officeart/2005/8/layout/process1"/>
    <dgm:cxn modelId="{75279A52-910F-45CC-8A8A-50477EA5E0F5}" type="presParOf" srcId="{EA9A22DC-70C2-4060-8CB0-F8DB6B827A38}" destId="{A43DDCB9-2AAA-4338-878D-6027FBDB6757}" srcOrd="0" destOrd="0" presId="urn:microsoft.com/office/officeart/2005/8/layout/process1"/>
    <dgm:cxn modelId="{3E366773-E481-4972-9C24-34BAA88F95A2}" type="presParOf" srcId="{AD2D3C98-83C1-430F-8A89-9AE9DB4A72F7}" destId="{D5FD6F7E-169F-46D1-BAB6-C360E6182B8B}" srcOrd="6" destOrd="0" presId="urn:microsoft.com/office/officeart/2005/8/layout/process1"/>
    <dgm:cxn modelId="{865B1AAC-EB35-4C67-970F-6FE8FA586521}" type="presParOf" srcId="{AD2D3C98-83C1-430F-8A89-9AE9DB4A72F7}" destId="{0BBF7725-640A-4AEB-AEC3-BC6722DB3EE5}" srcOrd="7" destOrd="0" presId="urn:microsoft.com/office/officeart/2005/8/layout/process1"/>
    <dgm:cxn modelId="{013F36FA-96E3-4284-BA7E-1F8A7B712ABE}" type="presParOf" srcId="{0BBF7725-640A-4AEB-AEC3-BC6722DB3EE5}" destId="{6F9C3B8C-2301-4249-BAE8-55E834CF9A97}" srcOrd="0" destOrd="0" presId="urn:microsoft.com/office/officeart/2005/8/layout/process1"/>
    <dgm:cxn modelId="{E300F429-8824-47DB-BCD4-5EC6EC0A21AB}" type="presParOf" srcId="{AD2D3C98-83C1-430F-8A89-9AE9DB4A72F7}" destId="{83011BE6-E230-465F-B5F4-33F10EB58E9A}" srcOrd="8" destOrd="0" presId="urn:microsoft.com/office/officeart/2005/8/layout/process1"/>
    <dgm:cxn modelId="{43BFD9EC-DE3E-4DCD-A8FC-9D04D30DBD7E}" type="presParOf" srcId="{AD2D3C98-83C1-430F-8A89-9AE9DB4A72F7}" destId="{966D4445-1B8E-4200-8B5B-AB0C861C3ED7}" srcOrd="9" destOrd="0" presId="urn:microsoft.com/office/officeart/2005/8/layout/process1"/>
    <dgm:cxn modelId="{F0C658E8-B6C4-4061-9C5C-09AE1B59BD4D}" type="presParOf" srcId="{966D4445-1B8E-4200-8B5B-AB0C861C3ED7}" destId="{CE45D6B3-8E1B-44AD-9CDA-A6AF6327C221}" srcOrd="0" destOrd="0" presId="urn:microsoft.com/office/officeart/2005/8/layout/process1"/>
    <dgm:cxn modelId="{B9C4DFD4-DAF0-4F29-8C1B-183172FCD600}" type="presParOf" srcId="{AD2D3C98-83C1-430F-8A89-9AE9DB4A72F7}" destId="{EFE150D0-0CEF-45D9-A566-47C3CADF4954}"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2057EE-D9C9-4285-B369-679D9353D508}" type="doc">
      <dgm:prSet loTypeId="urn:microsoft.com/office/officeart/2005/8/layout/hProcess9" loCatId="process" qsTypeId="urn:microsoft.com/office/officeart/2005/8/quickstyle/simple1" qsCatId="simple" csTypeId="urn:microsoft.com/office/officeart/2005/8/colors/accent0_1" csCatId="mainScheme" phldr="1"/>
      <dgm:spPr/>
      <dgm:t>
        <a:bodyPr/>
        <a:lstStyle/>
        <a:p>
          <a:endParaRPr lang="en-GB"/>
        </a:p>
      </dgm:t>
    </dgm:pt>
    <dgm:pt modelId="{EAFFB6E9-9066-42CF-9BE7-DC861593ACA1}">
      <dgm:prSet phldrT="[Text]" phldr="0" custT="1"/>
      <dgm:spPr/>
      <dgm:t>
        <a:bodyPr/>
        <a:lstStyle/>
        <a:p>
          <a:r>
            <a:rPr lang="en-GB" sz="2400" dirty="0"/>
            <a:t>Synchronization</a:t>
          </a:r>
        </a:p>
      </dgm:t>
    </dgm:pt>
    <dgm:pt modelId="{F3B1D9D6-5A94-46DE-A29F-98B8AC47DEE4}" type="parTrans" cxnId="{997863CC-9D60-432B-AED7-A826CDBDF3C5}">
      <dgm:prSet/>
      <dgm:spPr/>
      <dgm:t>
        <a:bodyPr/>
        <a:lstStyle/>
        <a:p>
          <a:endParaRPr lang="en-GB"/>
        </a:p>
      </dgm:t>
    </dgm:pt>
    <dgm:pt modelId="{EDD8E5D2-0B95-405C-A614-84CF8396A91F}" type="sibTrans" cxnId="{997863CC-9D60-432B-AED7-A826CDBDF3C5}">
      <dgm:prSet/>
      <dgm:spPr/>
      <dgm:t>
        <a:bodyPr/>
        <a:lstStyle/>
        <a:p>
          <a:endParaRPr lang="en-GB"/>
        </a:p>
      </dgm:t>
    </dgm:pt>
    <dgm:pt modelId="{06A4F317-6029-4F55-A437-E90A267DD7DB}">
      <dgm:prSet phldrT="[Text]" phldr="0" custT="1"/>
      <dgm:spPr/>
      <dgm:t>
        <a:bodyPr/>
        <a:lstStyle/>
        <a:p>
          <a:r>
            <a:rPr lang="en-GB" sz="2400" dirty="0"/>
            <a:t>Cleaning</a:t>
          </a:r>
        </a:p>
      </dgm:t>
    </dgm:pt>
    <dgm:pt modelId="{AFB9E02F-8E7E-46B6-B5A5-2E1CC396D89C}" type="parTrans" cxnId="{3D145F9D-24E2-42EE-B262-DCD573865F80}">
      <dgm:prSet/>
      <dgm:spPr/>
      <dgm:t>
        <a:bodyPr/>
        <a:lstStyle/>
        <a:p>
          <a:endParaRPr lang="en-GB"/>
        </a:p>
      </dgm:t>
    </dgm:pt>
    <dgm:pt modelId="{AAACE9B1-FC89-43A4-AA7F-41AF6FD25521}" type="sibTrans" cxnId="{3D145F9D-24E2-42EE-B262-DCD573865F80}">
      <dgm:prSet/>
      <dgm:spPr/>
      <dgm:t>
        <a:bodyPr/>
        <a:lstStyle/>
        <a:p>
          <a:endParaRPr lang="en-GB"/>
        </a:p>
      </dgm:t>
    </dgm:pt>
    <dgm:pt modelId="{F292A280-E7AD-4894-8A48-99E5D117E3A2}">
      <dgm:prSet phldrT="[Text]" phldr="0" custT="1"/>
      <dgm:spPr/>
      <dgm:t>
        <a:bodyPr/>
        <a:lstStyle/>
        <a:p>
          <a:r>
            <a:rPr lang="en-GB" sz="2400" dirty="0"/>
            <a:t>Standardization</a:t>
          </a:r>
        </a:p>
      </dgm:t>
    </dgm:pt>
    <dgm:pt modelId="{29C272C0-CB57-48F2-8ED3-A11EAA8F6100}" type="parTrans" cxnId="{9BFC8A2C-7B23-4A93-BB50-ED51C03FDF95}">
      <dgm:prSet/>
      <dgm:spPr/>
      <dgm:t>
        <a:bodyPr/>
        <a:lstStyle/>
        <a:p>
          <a:endParaRPr lang="en-GB"/>
        </a:p>
      </dgm:t>
    </dgm:pt>
    <dgm:pt modelId="{E09170BB-A1B0-47A2-AC68-ED480097A935}" type="sibTrans" cxnId="{9BFC8A2C-7B23-4A93-BB50-ED51C03FDF95}">
      <dgm:prSet/>
      <dgm:spPr/>
      <dgm:t>
        <a:bodyPr/>
        <a:lstStyle/>
        <a:p>
          <a:endParaRPr lang="en-GB"/>
        </a:p>
      </dgm:t>
    </dgm:pt>
    <dgm:pt modelId="{BE0C9B84-EFBD-4D4D-92E1-554447726941}" type="pres">
      <dgm:prSet presAssocID="{9D2057EE-D9C9-4285-B369-679D9353D508}" presName="CompostProcess" presStyleCnt="0">
        <dgm:presLayoutVars>
          <dgm:dir/>
          <dgm:resizeHandles val="exact"/>
        </dgm:presLayoutVars>
      </dgm:prSet>
      <dgm:spPr/>
    </dgm:pt>
    <dgm:pt modelId="{C2A8489A-C246-4012-8261-8ABDEBB6882E}" type="pres">
      <dgm:prSet presAssocID="{9D2057EE-D9C9-4285-B369-679D9353D508}" presName="arrow" presStyleLbl="bgShp" presStyleIdx="0" presStyleCnt="1"/>
      <dgm:spPr/>
    </dgm:pt>
    <dgm:pt modelId="{758EE768-E2B7-47E5-9CD8-50F3B052DA26}" type="pres">
      <dgm:prSet presAssocID="{9D2057EE-D9C9-4285-B369-679D9353D508}" presName="linearProcess" presStyleCnt="0"/>
      <dgm:spPr/>
    </dgm:pt>
    <dgm:pt modelId="{D9DA1471-CE9B-48EF-922F-E48DA8C381CF}" type="pres">
      <dgm:prSet presAssocID="{EAFFB6E9-9066-42CF-9BE7-DC861593ACA1}" presName="textNode" presStyleLbl="node1" presStyleIdx="0" presStyleCnt="3">
        <dgm:presLayoutVars>
          <dgm:bulletEnabled val="1"/>
        </dgm:presLayoutVars>
      </dgm:prSet>
      <dgm:spPr/>
    </dgm:pt>
    <dgm:pt modelId="{9ADAF469-8880-48E6-B12E-5184E761A706}" type="pres">
      <dgm:prSet presAssocID="{EDD8E5D2-0B95-405C-A614-84CF8396A91F}" presName="sibTrans" presStyleCnt="0"/>
      <dgm:spPr/>
    </dgm:pt>
    <dgm:pt modelId="{34919425-70CC-4B99-A523-65DBAC562BD9}" type="pres">
      <dgm:prSet presAssocID="{06A4F317-6029-4F55-A437-E90A267DD7DB}" presName="textNode" presStyleLbl="node1" presStyleIdx="1" presStyleCnt="3">
        <dgm:presLayoutVars>
          <dgm:bulletEnabled val="1"/>
        </dgm:presLayoutVars>
      </dgm:prSet>
      <dgm:spPr/>
    </dgm:pt>
    <dgm:pt modelId="{8FA3AA99-6314-4084-84F7-C1513FD25A92}" type="pres">
      <dgm:prSet presAssocID="{AAACE9B1-FC89-43A4-AA7F-41AF6FD25521}" presName="sibTrans" presStyleCnt="0"/>
      <dgm:spPr/>
    </dgm:pt>
    <dgm:pt modelId="{CFB7B97F-A76F-410F-8B89-31B6C1FF055C}" type="pres">
      <dgm:prSet presAssocID="{F292A280-E7AD-4894-8A48-99E5D117E3A2}" presName="textNode" presStyleLbl="node1" presStyleIdx="2" presStyleCnt="3">
        <dgm:presLayoutVars>
          <dgm:bulletEnabled val="1"/>
        </dgm:presLayoutVars>
      </dgm:prSet>
      <dgm:spPr/>
    </dgm:pt>
  </dgm:ptLst>
  <dgm:cxnLst>
    <dgm:cxn modelId="{57F43420-580E-4CF2-B446-0EB40899DB00}" type="presOf" srcId="{9D2057EE-D9C9-4285-B369-679D9353D508}" destId="{BE0C9B84-EFBD-4D4D-92E1-554447726941}" srcOrd="0" destOrd="0" presId="urn:microsoft.com/office/officeart/2005/8/layout/hProcess9"/>
    <dgm:cxn modelId="{9BFC8A2C-7B23-4A93-BB50-ED51C03FDF95}" srcId="{9D2057EE-D9C9-4285-B369-679D9353D508}" destId="{F292A280-E7AD-4894-8A48-99E5D117E3A2}" srcOrd="2" destOrd="0" parTransId="{29C272C0-CB57-48F2-8ED3-A11EAA8F6100}" sibTransId="{E09170BB-A1B0-47A2-AC68-ED480097A935}"/>
    <dgm:cxn modelId="{8B1C2D82-28DE-49C1-A94E-5DE16068AB29}" type="presOf" srcId="{EAFFB6E9-9066-42CF-9BE7-DC861593ACA1}" destId="{D9DA1471-CE9B-48EF-922F-E48DA8C381CF}" srcOrd="0" destOrd="0" presId="urn:microsoft.com/office/officeart/2005/8/layout/hProcess9"/>
    <dgm:cxn modelId="{3D145F9D-24E2-42EE-B262-DCD573865F80}" srcId="{9D2057EE-D9C9-4285-B369-679D9353D508}" destId="{06A4F317-6029-4F55-A437-E90A267DD7DB}" srcOrd="1" destOrd="0" parTransId="{AFB9E02F-8E7E-46B6-B5A5-2E1CC396D89C}" sibTransId="{AAACE9B1-FC89-43A4-AA7F-41AF6FD25521}"/>
    <dgm:cxn modelId="{997863CC-9D60-432B-AED7-A826CDBDF3C5}" srcId="{9D2057EE-D9C9-4285-B369-679D9353D508}" destId="{EAFFB6E9-9066-42CF-9BE7-DC861593ACA1}" srcOrd="0" destOrd="0" parTransId="{F3B1D9D6-5A94-46DE-A29F-98B8AC47DEE4}" sibTransId="{EDD8E5D2-0B95-405C-A614-84CF8396A91F}"/>
    <dgm:cxn modelId="{BD35E4DB-877C-489E-AB9E-45E202FAB8AF}" type="presOf" srcId="{F292A280-E7AD-4894-8A48-99E5D117E3A2}" destId="{CFB7B97F-A76F-410F-8B89-31B6C1FF055C}" srcOrd="0" destOrd="0" presId="urn:microsoft.com/office/officeart/2005/8/layout/hProcess9"/>
    <dgm:cxn modelId="{F3C49CE5-C188-44CD-80DB-5AD8CAB87CA0}" type="presOf" srcId="{06A4F317-6029-4F55-A437-E90A267DD7DB}" destId="{34919425-70CC-4B99-A523-65DBAC562BD9}" srcOrd="0" destOrd="0" presId="urn:microsoft.com/office/officeart/2005/8/layout/hProcess9"/>
    <dgm:cxn modelId="{038AA973-A0CF-48CD-9B6E-43E028DF95C7}" type="presParOf" srcId="{BE0C9B84-EFBD-4D4D-92E1-554447726941}" destId="{C2A8489A-C246-4012-8261-8ABDEBB6882E}" srcOrd="0" destOrd="0" presId="urn:microsoft.com/office/officeart/2005/8/layout/hProcess9"/>
    <dgm:cxn modelId="{4D1463F9-B5D0-4323-9C0E-3885255984F6}" type="presParOf" srcId="{BE0C9B84-EFBD-4D4D-92E1-554447726941}" destId="{758EE768-E2B7-47E5-9CD8-50F3B052DA26}" srcOrd="1" destOrd="0" presId="urn:microsoft.com/office/officeart/2005/8/layout/hProcess9"/>
    <dgm:cxn modelId="{F480ED8A-BC8F-4423-9FE7-42C125EECE3F}" type="presParOf" srcId="{758EE768-E2B7-47E5-9CD8-50F3B052DA26}" destId="{D9DA1471-CE9B-48EF-922F-E48DA8C381CF}" srcOrd="0" destOrd="0" presId="urn:microsoft.com/office/officeart/2005/8/layout/hProcess9"/>
    <dgm:cxn modelId="{C6192ABF-D85D-420A-BFC5-92CE2F68EDBC}" type="presParOf" srcId="{758EE768-E2B7-47E5-9CD8-50F3B052DA26}" destId="{9ADAF469-8880-48E6-B12E-5184E761A706}" srcOrd="1" destOrd="0" presId="urn:microsoft.com/office/officeart/2005/8/layout/hProcess9"/>
    <dgm:cxn modelId="{F80D6B6E-3A35-43BE-B96E-891D334463C7}" type="presParOf" srcId="{758EE768-E2B7-47E5-9CD8-50F3B052DA26}" destId="{34919425-70CC-4B99-A523-65DBAC562BD9}" srcOrd="2" destOrd="0" presId="urn:microsoft.com/office/officeart/2005/8/layout/hProcess9"/>
    <dgm:cxn modelId="{B24905B8-4978-4E3D-9F18-5383A47DC756}" type="presParOf" srcId="{758EE768-E2B7-47E5-9CD8-50F3B052DA26}" destId="{8FA3AA99-6314-4084-84F7-C1513FD25A92}" srcOrd="3" destOrd="0" presId="urn:microsoft.com/office/officeart/2005/8/layout/hProcess9"/>
    <dgm:cxn modelId="{24060A40-3F6C-4BE0-8EA2-B88F0ABEB6E0}" type="presParOf" srcId="{758EE768-E2B7-47E5-9CD8-50F3B052DA26}" destId="{CFB7B97F-A76F-410F-8B89-31B6C1FF055C}"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3145E5-E0E1-4BBE-8BE5-9A5C3F94F8C2}" type="doc">
      <dgm:prSet loTypeId="urn:microsoft.com/office/officeart/2005/8/layout/process2" loCatId="process" qsTypeId="urn:microsoft.com/office/officeart/2005/8/quickstyle/simple1" qsCatId="simple" csTypeId="urn:microsoft.com/office/officeart/2005/8/colors/accent0_1" csCatId="mainScheme" phldr="1"/>
      <dgm:spPr/>
      <dgm:t>
        <a:bodyPr/>
        <a:lstStyle/>
        <a:p>
          <a:endParaRPr lang="en-GB"/>
        </a:p>
      </dgm:t>
    </dgm:pt>
    <dgm:pt modelId="{C99CD711-2539-45DB-A600-7FE911C220B8}">
      <dgm:prSet phldrT="[Text]" phldr="0" custT="1"/>
      <dgm:spPr/>
      <dgm:t>
        <a:bodyPr/>
        <a:lstStyle/>
        <a:p>
          <a:r>
            <a:rPr lang="en-GB" sz="2400" b="1" dirty="0"/>
            <a:t>Available Data </a:t>
          </a:r>
          <a:r>
            <a:rPr lang="en-GB" sz="1800" dirty="0"/>
            <a:t>(Tracking, events, metadata)</a:t>
          </a:r>
        </a:p>
      </dgm:t>
    </dgm:pt>
    <dgm:pt modelId="{55A7ABA6-A774-4B43-877E-264FE8653ED3}" type="parTrans" cxnId="{D2711EDD-9C1C-45F7-9B0F-D0ABB9CD042D}">
      <dgm:prSet/>
      <dgm:spPr/>
      <dgm:t>
        <a:bodyPr/>
        <a:lstStyle/>
        <a:p>
          <a:endParaRPr lang="en-GB"/>
        </a:p>
      </dgm:t>
    </dgm:pt>
    <dgm:pt modelId="{EEE920EC-AFBD-4E44-8F71-A8A57D68C58C}" type="sibTrans" cxnId="{D2711EDD-9C1C-45F7-9B0F-D0ABB9CD042D}">
      <dgm:prSet/>
      <dgm:spPr>
        <a:solidFill>
          <a:schemeClr val="tx1"/>
        </a:solidFill>
      </dgm:spPr>
      <dgm:t>
        <a:bodyPr/>
        <a:lstStyle/>
        <a:p>
          <a:endParaRPr lang="en-GB"/>
        </a:p>
      </dgm:t>
    </dgm:pt>
    <dgm:pt modelId="{8F606B5C-F443-4EE5-AB5D-DA814C9023D1}">
      <dgm:prSet phldrT="[Text]" phldr="0" custT="1"/>
      <dgm:spPr/>
      <dgm:t>
        <a:bodyPr/>
        <a:lstStyle/>
        <a:p>
          <a:pPr algn="ctr"/>
          <a:r>
            <a:rPr lang="en-GB" sz="2400" b="1" dirty="0"/>
            <a:t>Context Construction</a:t>
          </a:r>
        </a:p>
        <a:p>
          <a:pPr algn="ctr"/>
          <a:r>
            <a:rPr lang="en-GB" sz="1400" dirty="0"/>
            <a:t>Possession Context (Ball Carrier, Team Possession, Anticipated Possession)</a:t>
          </a:r>
        </a:p>
        <a:p>
          <a:pPr algn="ctr"/>
          <a:r>
            <a:rPr lang="en-GB" sz="1400" dirty="0"/>
            <a:t>Spatial Context (Attacking Direction, Pressing Zone)</a:t>
          </a:r>
        </a:p>
        <a:p>
          <a:pPr algn="ctr"/>
          <a:r>
            <a:rPr lang="en-GB" sz="1400" dirty="0"/>
            <a:t>Ball State (Grounded / Aerial)</a:t>
          </a:r>
        </a:p>
        <a:p>
          <a:pPr algn="ctr"/>
          <a:endParaRPr lang="en-GB" sz="1300" dirty="0"/>
        </a:p>
      </dgm:t>
    </dgm:pt>
    <dgm:pt modelId="{14AC7ACB-5C02-4D81-BD52-11AC58DCDB3A}" type="parTrans" cxnId="{70D3F53E-E0AD-4788-9A9E-ED691EDEE9DB}">
      <dgm:prSet/>
      <dgm:spPr/>
      <dgm:t>
        <a:bodyPr/>
        <a:lstStyle/>
        <a:p>
          <a:endParaRPr lang="en-GB"/>
        </a:p>
      </dgm:t>
    </dgm:pt>
    <dgm:pt modelId="{87EB2C5A-2284-4BCB-A28D-C5B2D9F88FEE}" type="sibTrans" cxnId="{70D3F53E-E0AD-4788-9A9E-ED691EDEE9DB}">
      <dgm:prSet/>
      <dgm:spPr>
        <a:solidFill>
          <a:schemeClr val="tx1"/>
        </a:solidFill>
      </dgm:spPr>
      <dgm:t>
        <a:bodyPr/>
        <a:lstStyle/>
        <a:p>
          <a:endParaRPr lang="en-GB"/>
        </a:p>
      </dgm:t>
    </dgm:pt>
    <dgm:pt modelId="{F4578588-55F4-44BC-99F5-14B21E452901}">
      <dgm:prSet phldrT="[Text]" phldr="0" custT="1"/>
      <dgm:spPr/>
      <dgm:t>
        <a:bodyPr/>
        <a:lstStyle/>
        <a:p>
          <a:r>
            <a:rPr lang="en-GB" sz="2400" b="1" dirty="0"/>
            <a:t>Valid Pressing Context</a:t>
          </a:r>
        </a:p>
      </dgm:t>
    </dgm:pt>
    <dgm:pt modelId="{FD73AEBF-895A-4BF1-89A4-AB80B6A60726}" type="parTrans" cxnId="{CB4B045E-4677-4ACA-987C-8E80BEAC0E02}">
      <dgm:prSet/>
      <dgm:spPr/>
      <dgm:t>
        <a:bodyPr/>
        <a:lstStyle/>
        <a:p>
          <a:endParaRPr lang="en-GB"/>
        </a:p>
      </dgm:t>
    </dgm:pt>
    <dgm:pt modelId="{979970E3-B171-45BA-AD10-4427D461D75A}" type="sibTrans" cxnId="{CB4B045E-4677-4ACA-987C-8E80BEAC0E02}">
      <dgm:prSet/>
      <dgm:spPr/>
      <dgm:t>
        <a:bodyPr/>
        <a:lstStyle/>
        <a:p>
          <a:endParaRPr lang="en-GB"/>
        </a:p>
      </dgm:t>
    </dgm:pt>
    <dgm:pt modelId="{030932D6-4E8D-4A4C-997E-A5F71A3DA2C9}" type="pres">
      <dgm:prSet presAssocID="{BA3145E5-E0E1-4BBE-8BE5-9A5C3F94F8C2}" presName="linearFlow" presStyleCnt="0">
        <dgm:presLayoutVars>
          <dgm:resizeHandles val="exact"/>
        </dgm:presLayoutVars>
      </dgm:prSet>
      <dgm:spPr/>
    </dgm:pt>
    <dgm:pt modelId="{DB54E43C-B89D-4603-B108-C82135538CFD}" type="pres">
      <dgm:prSet presAssocID="{C99CD711-2539-45DB-A600-7FE911C220B8}" presName="node" presStyleLbl="node1" presStyleIdx="0" presStyleCnt="3" custScaleX="225083" custScaleY="34582">
        <dgm:presLayoutVars>
          <dgm:bulletEnabled val="1"/>
        </dgm:presLayoutVars>
      </dgm:prSet>
      <dgm:spPr/>
    </dgm:pt>
    <dgm:pt modelId="{B3421475-B931-4F06-B6FD-6C87BEFDC236}" type="pres">
      <dgm:prSet presAssocID="{EEE920EC-AFBD-4E44-8F71-A8A57D68C58C}" presName="sibTrans" presStyleLbl="sibTrans2D1" presStyleIdx="0" presStyleCnt="2"/>
      <dgm:spPr/>
    </dgm:pt>
    <dgm:pt modelId="{3E98BA34-5353-4AD9-BC5B-51397CFFFE26}" type="pres">
      <dgm:prSet presAssocID="{EEE920EC-AFBD-4E44-8F71-A8A57D68C58C}" presName="connectorText" presStyleLbl="sibTrans2D1" presStyleIdx="0" presStyleCnt="2"/>
      <dgm:spPr/>
    </dgm:pt>
    <dgm:pt modelId="{72BD393A-AC1D-48B5-96F3-B2DB73D2AFB1}" type="pres">
      <dgm:prSet presAssocID="{8F606B5C-F443-4EE5-AB5D-DA814C9023D1}" presName="node" presStyleLbl="node1" presStyleIdx="1" presStyleCnt="3" custScaleX="225083" custScaleY="83149">
        <dgm:presLayoutVars>
          <dgm:bulletEnabled val="1"/>
        </dgm:presLayoutVars>
      </dgm:prSet>
      <dgm:spPr/>
    </dgm:pt>
    <dgm:pt modelId="{44546264-6680-4351-8087-CEA5F00DEA3C}" type="pres">
      <dgm:prSet presAssocID="{87EB2C5A-2284-4BCB-A28D-C5B2D9F88FEE}" presName="sibTrans" presStyleLbl="sibTrans2D1" presStyleIdx="1" presStyleCnt="2"/>
      <dgm:spPr/>
    </dgm:pt>
    <dgm:pt modelId="{5AAA81A0-EAC9-4B81-985F-929615C52B79}" type="pres">
      <dgm:prSet presAssocID="{87EB2C5A-2284-4BCB-A28D-C5B2D9F88FEE}" presName="connectorText" presStyleLbl="sibTrans2D1" presStyleIdx="1" presStyleCnt="2"/>
      <dgm:spPr/>
    </dgm:pt>
    <dgm:pt modelId="{88899E67-3777-444D-B091-5BDF39DD4286}" type="pres">
      <dgm:prSet presAssocID="{F4578588-55F4-44BC-99F5-14B21E452901}" presName="node" presStyleLbl="node1" presStyleIdx="2" presStyleCnt="3" custScaleX="225083" custScaleY="35941">
        <dgm:presLayoutVars>
          <dgm:bulletEnabled val="1"/>
        </dgm:presLayoutVars>
      </dgm:prSet>
      <dgm:spPr/>
    </dgm:pt>
  </dgm:ptLst>
  <dgm:cxnLst>
    <dgm:cxn modelId="{0956D018-7F06-4F6B-BC2B-C7A9D34CB832}" type="presOf" srcId="{EEE920EC-AFBD-4E44-8F71-A8A57D68C58C}" destId="{B3421475-B931-4F06-B6FD-6C87BEFDC236}" srcOrd="0" destOrd="0" presId="urn:microsoft.com/office/officeart/2005/8/layout/process2"/>
    <dgm:cxn modelId="{10B5EF30-271D-43A9-902A-9BFD9C0DBE4F}" type="presOf" srcId="{F4578588-55F4-44BC-99F5-14B21E452901}" destId="{88899E67-3777-444D-B091-5BDF39DD4286}" srcOrd="0" destOrd="0" presId="urn:microsoft.com/office/officeart/2005/8/layout/process2"/>
    <dgm:cxn modelId="{493DCA36-CBC8-46ED-9D7B-45A562F0411D}" type="presOf" srcId="{87EB2C5A-2284-4BCB-A28D-C5B2D9F88FEE}" destId="{44546264-6680-4351-8087-CEA5F00DEA3C}" srcOrd="0" destOrd="0" presId="urn:microsoft.com/office/officeart/2005/8/layout/process2"/>
    <dgm:cxn modelId="{70D3F53E-E0AD-4788-9A9E-ED691EDEE9DB}" srcId="{BA3145E5-E0E1-4BBE-8BE5-9A5C3F94F8C2}" destId="{8F606B5C-F443-4EE5-AB5D-DA814C9023D1}" srcOrd="1" destOrd="0" parTransId="{14AC7ACB-5C02-4D81-BD52-11AC58DCDB3A}" sibTransId="{87EB2C5A-2284-4BCB-A28D-C5B2D9F88FEE}"/>
    <dgm:cxn modelId="{CB4B045E-4677-4ACA-987C-8E80BEAC0E02}" srcId="{BA3145E5-E0E1-4BBE-8BE5-9A5C3F94F8C2}" destId="{F4578588-55F4-44BC-99F5-14B21E452901}" srcOrd="2" destOrd="0" parTransId="{FD73AEBF-895A-4BF1-89A4-AB80B6A60726}" sibTransId="{979970E3-B171-45BA-AD10-4427D461D75A}"/>
    <dgm:cxn modelId="{91AB5541-CB73-4136-A7D3-4145EC4C2E98}" type="presOf" srcId="{C99CD711-2539-45DB-A600-7FE911C220B8}" destId="{DB54E43C-B89D-4603-B108-C82135538CFD}" srcOrd="0" destOrd="0" presId="urn:microsoft.com/office/officeart/2005/8/layout/process2"/>
    <dgm:cxn modelId="{9C5D7FB6-A03F-4F4C-8B8A-164CBAB0E372}" type="presOf" srcId="{87EB2C5A-2284-4BCB-A28D-C5B2D9F88FEE}" destId="{5AAA81A0-EAC9-4B81-985F-929615C52B79}" srcOrd="1" destOrd="0" presId="urn:microsoft.com/office/officeart/2005/8/layout/process2"/>
    <dgm:cxn modelId="{B886BFBD-9CD6-4AFF-BC31-A57B54235E5E}" type="presOf" srcId="{BA3145E5-E0E1-4BBE-8BE5-9A5C3F94F8C2}" destId="{030932D6-4E8D-4A4C-997E-A5F71A3DA2C9}" srcOrd="0" destOrd="0" presId="urn:microsoft.com/office/officeart/2005/8/layout/process2"/>
    <dgm:cxn modelId="{6BB0F7D1-C9F2-4F0C-A6D0-688D2E2DFFEB}" type="presOf" srcId="{8F606B5C-F443-4EE5-AB5D-DA814C9023D1}" destId="{72BD393A-AC1D-48B5-96F3-B2DB73D2AFB1}" srcOrd="0" destOrd="0" presId="urn:microsoft.com/office/officeart/2005/8/layout/process2"/>
    <dgm:cxn modelId="{D2711EDD-9C1C-45F7-9B0F-D0ABB9CD042D}" srcId="{BA3145E5-E0E1-4BBE-8BE5-9A5C3F94F8C2}" destId="{C99CD711-2539-45DB-A600-7FE911C220B8}" srcOrd="0" destOrd="0" parTransId="{55A7ABA6-A774-4B43-877E-264FE8653ED3}" sibTransId="{EEE920EC-AFBD-4E44-8F71-A8A57D68C58C}"/>
    <dgm:cxn modelId="{F2D6B1F6-6BB7-4329-B026-24B9322D5B67}" type="presOf" srcId="{EEE920EC-AFBD-4E44-8F71-A8A57D68C58C}" destId="{3E98BA34-5353-4AD9-BC5B-51397CFFFE26}" srcOrd="1" destOrd="0" presId="urn:microsoft.com/office/officeart/2005/8/layout/process2"/>
    <dgm:cxn modelId="{C587A74D-F122-4BD3-AE90-D88808CBBA40}" type="presParOf" srcId="{030932D6-4E8D-4A4C-997E-A5F71A3DA2C9}" destId="{DB54E43C-B89D-4603-B108-C82135538CFD}" srcOrd="0" destOrd="0" presId="urn:microsoft.com/office/officeart/2005/8/layout/process2"/>
    <dgm:cxn modelId="{3C62B98F-AE8F-44E9-8BB7-9787A9B5524E}" type="presParOf" srcId="{030932D6-4E8D-4A4C-997E-A5F71A3DA2C9}" destId="{B3421475-B931-4F06-B6FD-6C87BEFDC236}" srcOrd="1" destOrd="0" presId="urn:microsoft.com/office/officeart/2005/8/layout/process2"/>
    <dgm:cxn modelId="{C45A60DC-A54E-422E-9749-38C9C580241E}" type="presParOf" srcId="{B3421475-B931-4F06-B6FD-6C87BEFDC236}" destId="{3E98BA34-5353-4AD9-BC5B-51397CFFFE26}" srcOrd="0" destOrd="0" presId="urn:microsoft.com/office/officeart/2005/8/layout/process2"/>
    <dgm:cxn modelId="{1F95752C-55BB-4E57-8BB2-D269302ABB91}" type="presParOf" srcId="{030932D6-4E8D-4A4C-997E-A5F71A3DA2C9}" destId="{72BD393A-AC1D-48B5-96F3-B2DB73D2AFB1}" srcOrd="2" destOrd="0" presId="urn:microsoft.com/office/officeart/2005/8/layout/process2"/>
    <dgm:cxn modelId="{5D21565D-9BFF-453B-933E-9FC4815ADDF2}" type="presParOf" srcId="{030932D6-4E8D-4A4C-997E-A5F71A3DA2C9}" destId="{44546264-6680-4351-8087-CEA5F00DEA3C}" srcOrd="3" destOrd="0" presId="urn:microsoft.com/office/officeart/2005/8/layout/process2"/>
    <dgm:cxn modelId="{639D2C34-A225-4760-A8CC-A969F471B175}" type="presParOf" srcId="{44546264-6680-4351-8087-CEA5F00DEA3C}" destId="{5AAA81A0-EAC9-4B81-985F-929615C52B79}" srcOrd="0" destOrd="0" presId="urn:microsoft.com/office/officeart/2005/8/layout/process2"/>
    <dgm:cxn modelId="{94A57F50-FE59-4690-BBC5-F2C17FD3727F}" type="presParOf" srcId="{030932D6-4E8D-4A4C-997E-A5F71A3DA2C9}" destId="{88899E67-3777-444D-B091-5BDF39DD4286}" srcOrd="4"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CED4F6E-69B6-42E7-8268-0B3629ED8394}" type="doc">
      <dgm:prSet loTypeId="urn:microsoft.com/office/officeart/2005/8/layout/radial1" loCatId="cycle" qsTypeId="urn:microsoft.com/office/officeart/2005/8/quickstyle/simple1" qsCatId="simple" csTypeId="urn:microsoft.com/office/officeart/2005/8/colors/accent0_1" csCatId="mainScheme" phldr="1"/>
      <dgm:spPr/>
      <dgm:t>
        <a:bodyPr/>
        <a:lstStyle/>
        <a:p>
          <a:endParaRPr lang="en-GB"/>
        </a:p>
      </dgm:t>
    </dgm:pt>
    <dgm:pt modelId="{2FC66598-7A1D-47E3-9DE0-AC8063B42D77}">
      <dgm:prSet phldrT="[Text]" phldr="0"/>
      <dgm:spPr/>
      <dgm:t>
        <a:bodyPr/>
        <a:lstStyle/>
        <a:p>
          <a:r>
            <a:rPr lang="en-GB" dirty="0"/>
            <a:t>Pressing Run</a:t>
          </a:r>
        </a:p>
      </dgm:t>
    </dgm:pt>
    <dgm:pt modelId="{6E77F6D1-83DB-4232-847A-4C4EC99C7C5F}" type="parTrans" cxnId="{6D7AD658-3992-47AD-9A72-1FDCDE767506}">
      <dgm:prSet/>
      <dgm:spPr/>
      <dgm:t>
        <a:bodyPr/>
        <a:lstStyle/>
        <a:p>
          <a:endParaRPr lang="en-GB"/>
        </a:p>
      </dgm:t>
    </dgm:pt>
    <dgm:pt modelId="{CADE9206-AAA7-48A5-A481-01B9096F2896}" type="sibTrans" cxnId="{6D7AD658-3992-47AD-9A72-1FDCDE767506}">
      <dgm:prSet/>
      <dgm:spPr/>
      <dgm:t>
        <a:bodyPr/>
        <a:lstStyle/>
        <a:p>
          <a:endParaRPr lang="en-GB"/>
        </a:p>
      </dgm:t>
    </dgm:pt>
    <dgm:pt modelId="{E1FCA0BC-8721-4032-B0E2-2E3403501C49}">
      <dgm:prSet phldrT="[Text]" phldr="0"/>
      <dgm:spPr/>
      <dgm:t>
        <a:bodyPr/>
        <a:lstStyle/>
        <a:p>
          <a:r>
            <a:rPr lang="en-GB" dirty="0"/>
            <a:t>Movement Intensity</a:t>
          </a:r>
        </a:p>
      </dgm:t>
    </dgm:pt>
    <dgm:pt modelId="{0161C9B6-4E87-4841-AC4D-812DBF09A219}" type="parTrans" cxnId="{7F6451C3-34D5-4699-95D8-46BE2F64618D}">
      <dgm:prSet/>
      <dgm:spPr/>
      <dgm:t>
        <a:bodyPr/>
        <a:lstStyle/>
        <a:p>
          <a:endParaRPr lang="en-GB"/>
        </a:p>
      </dgm:t>
    </dgm:pt>
    <dgm:pt modelId="{2312F823-598A-4A7A-81BB-3A551F5216DC}" type="sibTrans" cxnId="{7F6451C3-34D5-4699-95D8-46BE2F64618D}">
      <dgm:prSet/>
      <dgm:spPr/>
      <dgm:t>
        <a:bodyPr/>
        <a:lstStyle/>
        <a:p>
          <a:endParaRPr lang="en-GB"/>
        </a:p>
      </dgm:t>
    </dgm:pt>
    <dgm:pt modelId="{3E0C7082-5930-4F1E-89F2-CA8BE8EB504B}">
      <dgm:prSet phldrT="[Text]" phldr="0"/>
      <dgm:spPr/>
      <dgm:t>
        <a:bodyPr/>
        <a:lstStyle/>
        <a:p>
          <a:r>
            <a:rPr lang="en-GB" dirty="0"/>
            <a:t>Distance Closing</a:t>
          </a:r>
        </a:p>
      </dgm:t>
    </dgm:pt>
    <dgm:pt modelId="{E51C348F-1C66-48FD-9F1C-C77391C9EB55}" type="parTrans" cxnId="{EB06B691-96AB-4A8C-BA4E-DDCF3B13FCF6}">
      <dgm:prSet/>
      <dgm:spPr/>
      <dgm:t>
        <a:bodyPr/>
        <a:lstStyle/>
        <a:p>
          <a:endParaRPr lang="en-GB"/>
        </a:p>
      </dgm:t>
    </dgm:pt>
    <dgm:pt modelId="{B6397FD7-FC9E-4A81-B89C-FDC982AD228F}" type="sibTrans" cxnId="{EB06B691-96AB-4A8C-BA4E-DDCF3B13FCF6}">
      <dgm:prSet/>
      <dgm:spPr/>
      <dgm:t>
        <a:bodyPr/>
        <a:lstStyle/>
        <a:p>
          <a:endParaRPr lang="en-GB"/>
        </a:p>
      </dgm:t>
    </dgm:pt>
    <dgm:pt modelId="{2CB7697F-169E-4011-BEAC-4844F48C0FBA}">
      <dgm:prSet phldrT="[Text]" phldr="0"/>
      <dgm:spPr/>
      <dgm:t>
        <a:bodyPr/>
        <a:lstStyle/>
        <a:p>
          <a:r>
            <a:rPr lang="en-GB" dirty="0"/>
            <a:t>Temporal Persistence</a:t>
          </a:r>
        </a:p>
      </dgm:t>
    </dgm:pt>
    <dgm:pt modelId="{EAAC59F8-DF5E-45B4-B714-51B430F5D999}" type="parTrans" cxnId="{D1E6BB47-CFCB-4022-811E-F3FD25B8EF2B}">
      <dgm:prSet/>
      <dgm:spPr/>
      <dgm:t>
        <a:bodyPr/>
        <a:lstStyle/>
        <a:p>
          <a:endParaRPr lang="en-GB"/>
        </a:p>
      </dgm:t>
    </dgm:pt>
    <dgm:pt modelId="{11EEBC19-B8D1-4E18-A05C-4CE1AEB20918}" type="sibTrans" cxnId="{D1E6BB47-CFCB-4022-811E-F3FD25B8EF2B}">
      <dgm:prSet/>
      <dgm:spPr/>
      <dgm:t>
        <a:bodyPr/>
        <a:lstStyle/>
        <a:p>
          <a:endParaRPr lang="en-GB"/>
        </a:p>
      </dgm:t>
    </dgm:pt>
    <dgm:pt modelId="{AEE3BE06-0C67-40DD-8BC1-D07B445F5A00}">
      <dgm:prSet phldrT="[Text]" phldr="0"/>
      <dgm:spPr/>
      <dgm:t>
        <a:bodyPr/>
        <a:lstStyle/>
        <a:p>
          <a:r>
            <a:rPr lang="en-GB" dirty="0"/>
            <a:t>Movement Direction </a:t>
          </a:r>
        </a:p>
      </dgm:t>
    </dgm:pt>
    <dgm:pt modelId="{D55271C9-F77A-4726-89D4-1C1E491013FA}" type="parTrans" cxnId="{5CB53497-B2DB-4CE0-848F-617D4A7A15AB}">
      <dgm:prSet/>
      <dgm:spPr/>
      <dgm:t>
        <a:bodyPr/>
        <a:lstStyle/>
        <a:p>
          <a:endParaRPr lang="en-GB"/>
        </a:p>
      </dgm:t>
    </dgm:pt>
    <dgm:pt modelId="{5536CB07-B3C9-45C5-BCFB-EFAA1DEC2EEC}" type="sibTrans" cxnId="{5CB53497-B2DB-4CE0-848F-617D4A7A15AB}">
      <dgm:prSet/>
      <dgm:spPr/>
      <dgm:t>
        <a:bodyPr/>
        <a:lstStyle/>
        <a:p>
          <a:endParaRPr lang="en-GB"/>
        </a:p>
      </dgm:t>
    </dgm:pt>
    <dgm:pt modelId="{340C2BD8-50A1-4E15-9E38-FB24AEAF0359}" type="pres">
      <dgm:prSet presAssocID="{6CED4F6E-69B6-42E7-8268-0B3629ED8394}" presName="cycle" presStyleCnt="0">
        <dgm:presLayoutVars>
          <dgm:chMax val="1"/>
          <dgm:dir/>
          <dgm:animLvl val="ctr"/>
          <dgm:resizeHandles val="exact"/>
        </dgm:presLayoutVars>
      </dgm:prSet>
      <dgm:spPr/>
    </dgm:pt>
    <dgm:pt modelId="{95D66D3D-C701-4140-BC00-697F0FA6F904}" type="pres">
      <dgm:prSet presAssocID="{2FC66598-7A1D-47E3-9DE0-AC8063B42D77}" presName="centerShape" presStyleLbl="node0" presStyleIdx="0" presStyleCnt="1"/>
      <dgm:spPr/>
    </dgm:pt>
    <dgm:pt modelId="{2AAB78EF-7AA6-475E-9540-E07E0007BDDA}" type="pres">
      <dgm:prSet presAssocID="{0161C9B6-4E87-4841-AC4D-812DBF09A219}" presName="Name9" presStyleLbl="parChTrans1D2" presStyleIdx="0" presStyleCnt="4"/>
      <dgm:spPr/>
    </dgm:pt>
    <dgm:pt modelId="{1892B6DE-555D-4A2B-930E-08F6AAF79C49}" type="pres">
      <dgm:prSet presAssocID="{0161C9B6-4E87-4841-AC4D-812DBF09A219}" presName="connTx" presStyleLbl="parChTrans1D2" presStyleIdx="0" presStyleCnt="4"/>
      <dgm:spPr/>
    </dgm:pt>
    <dgm:pt modelId="{F4DD3B8A-7224-4D74-8C8D-049377E4DC70}" type="pres">
      <dgm:prSet presAssocID="{E1FCA0BC-8721-4032-B0E2-2E3403501C49}" presName="node" presStyleLbl="node1" presStyleIdx="0" presStyleCnt="4">
        <dgm:presLayoutVars>
          <dgm:bulletEnabled val="1"/>
        </dgm:presLayoutVars>
      </dgm:prSet>
      <dgm:spPr/>
    </dgm:pt>
    <dgm:pt modelId="{CD65C691-66D1-4137-B239-C0E4B1E63B12}" type="pres">
      <dgm:prSet presAssocID="{E51C348F-1C66-48FD-9F1C-C77391C9EB55}" presName="Name9" presStyleLbl="parChTrans1D2" presStyleIdx="1" presStyleCnt="4"/>
      <dgm:spPr/>
    </dgm:pt>
    <dgm:pt modelId="{6194EB81-283E-4475-988B-D06117BA6D88}" type="pres">
      <dgm:prSet presAssocID="{E51C348F-1C66-48FD-9F1C-C77391C9EB55}" presName="connTx" presStyleLbl="parChTrans1D2" presStyleIdx="1" presStyleCnt="4"/>
      <dgm:spPr/>
    </dgm:pt>
    <dgm:pt modelId="{1FA550B3-D343-4619-BF19-89C3CC865523}" type="pres">
      <dgm:prSet presAssocID="{3E0C7082-5930-4F1E-89F2-CA8BE8EB504B}" presName="node" presStyleLbl="node1" presStyleIdx="1" presStyleCnt="4">
        <dgm:presLayoutVars>
          <dgm:bulletEnabled val="1"/>
        </dgm:presLayoutVars>
      </dgm:prSet>
      <dgm:spPr/>
    </dgm:pt>
    <dgm:pt modelId="{89759193-B0D6-4849-8814-E23F26BACCAD}" type="pres">
      <dgm:prSet presAssocID="{EAAC59F8-DF5E-45B4-B714-51B430F5D999}" presName="Name9" presStyleLbl="parChTrans1D2" presStyleIdx="2" presStyleCnt="4"/>
      <dgm:spPr/>
    </dgm:pt>
    <dgm:pt modelId="{DB49C0CF-5C03-4481-8123-7D706CC22F7E}" type="pres">
      <dgm:prSet presAssocID="{EAAC59F8-DF5E-45B4-B714-51B430F5D999}" presName="connTx" presStyleLbl="parChTrans1D2" presStyleIdx="2" presStyleCnt="4"/>
      <dgm:spPr/>
    </dgm:pt>
    <dgm:pt modelId="{3F087884-374C-4D52-8552-DA45FDFC020C}" type="pres">
      <dgm:prSet presAssocID="{2CB7697F-169E-4011-BEAC-4844F48C0FBA}" presName="node" presStyleLbl="node1" presStyleIdx="2" presStyleCnt="4">
        <dgm:presLayoutVars>
          <dgm:bulletEnabled val="1"/>
        </dgm:presLayoutVars>
      </dgm:prSet>
      <dgm:spPr/>
    </dgm:pt>
    <dgm:pt modelId="{64C044F2-F416-405F-A647-DCE3BCDDA14B}" type="pres">
      <dgm:prSet presAssocID="{D55271C9-F77A-4726-89D4-1C1E491013FA}" presName="Name9" presStyleLbl="parChTrans1D2" presStyleIdx="3" presStyleCnt="4"/>
      <dgm:spPr/>
    </dgm:pt>
    <dgm:pt modelId="{A03A382E-9AA6-4CB7-B772-F26CC27CEAE3}" type="pres">
      <dgm:prSet presAssocID="{D55271C9-F77A-4726-89D4-1C1E491013FA}" presName="connTx" presStyleLbl="parChTrans1D2" presStyleIdx="3" presStyleCnt="4"/>
      <dgm:spPr/>
    </dgm:pt>
    <dgm:pt modelId="{FCC57CD3-CE7B-46A0-96A8-2231731B09E5}" type="pres">
      <dgm:prSet presAssocID="{AEE3BE06-0C67-40DD-8BC1-D07B445F5A00}" presName="node" presStyleLbl="node1" presStyleIdx="3" presStyleCnt="4">
        <dgm:presLayoutVars>
          <dgm:bulletEnabled val="1"/>
        </dgm:presLayoutVars>
      </dgm:prSet>
      <dgm:spPr/>
    </dgm:pt>
  </dgm:ptLst>
  <dgm:cxnLst>
    <dgm:cxn modelId="{21E0CA01-B5CA-415E-9ADF-037BDF7A9BC2}" type="presOf" srcId="{0161C9B6-4E87-4841-AC4D-812DBF09A219}" destId="{1892B6DE-555D-4A2B-930E-08F6AAF79C49}" srcOrd="1" destOrd="0" presId="urn:microsoft.com/office/officeart/2005/8/layout/radial1"/>
    <dgm:cxn modelId="{78BD5019-9FD8-45AD-8218-15C8B739CF0A}" type="presOf" srcId="{E51C348F-1C66-48FD-9F1C-C77391C9EB55}" destId="{6194EB81-283E-4475-988B-D06117BA6D88}" srcOrd="1" destOrd="0" presId="urn:microsoft.com/office/officeart/2005/8/layout/radial1"/>
    <dgm:cxn modelId="{E1DEAF1B-B927-4018-A563-68F6B3629E9C}" type="presOf" srcId="{2FC66598-7A1D-47E3-9DE0-AC8063B42D77}" destId="{95D66D3D-C701-4140-BC00-697F0FA6F904}" srcOrd="0" destOrd="0" presId="urn:microsoft.com/office/officeart/2005/8/layout/radial1"/>
    <dgm:cxn modelId="{0530AF2E-75DC-4165-9E89-FAC0283507A9}" type="presOf" srcId="{3E0C7082-5930-4F1E-89F2-CA8BE8EB504B}" destId="{1FA550B3-D343-4619-BF19-89C3CC865523}" srcOrd="0" destOrd="0" presId="urn:microsoft.com/office/officeart/2005/8/layout/radial1"/>
    <dgm:cxn modelId="{8729943F-85EF-496F-B1E7-1E15E2061F76}" type="presOf" srcId="{0161C9B6-4E87-4841-AC4D-812DBF09A219}" destId="{2AAB78EF-7AA6-475E-9540-E07E0007BDDA}" srcOrd="0" destOrd="0" presId="urn:microsoft.com/office/officeart/2005/8/layout/radial1"/>
    <dgm:cxn modelId="{D1E6BB47-CFCB-4022-811E-F3FD25B8EF2B}" srcId="{2FC66598-7A1D-47E3-9DE0-AC8063B42D77}" destId="{2CB7697F-169E-4011-BEAC-4844F48C0FBA}" srcOrd="2" destOrd="0" parTransId="{EAAC59F8-DF5E-45B4-B714-51B430F5D999}" sibTransId="{11EEBC19-B8D1-4E18-A05C-4CE1AEB20918}"/>
    <dgm:cxn modelId="{D52FB74D-F0B1-419D-B99F-CC1BA33D4818}" type="presOf" srcId="{D55271C9-F77A-4726-89D4-1C1E491013FA}" destId="{A03A382E-9AA6-4CB7-B772-F26CC27CEAE3}" srcOrd="1" destOrd="0" presId="urn:microsoft.com/office/officeart/2005/8/layout/radial1"/>
    <dgm:cxn modelId="{1342466E-AF82-40C4-935D-341196A1F3DF}" type="presOf" srcId="{E1FCA0BC-8721-4032-B0E2-2E3403501C49}" destId="{F4DD3B8A-7224-4D74-8C8D-049377E4DC70}" srcOrd="0" destOrd="0" presId="urn:microsoft.com/office/officeart/2005/8/layout/radial1"/>
    <dgm:cxn modelId="{9FFFEE51-3BC8-4E05-971A-612877BE52B8}" type="presOf" srcId="{6CED4F6E-69B6-42E7-8268-0B3629ED8394}" destId="{340C2BD8-50A1-4E15-9E38-FB24AEAF0359}" srcOrd="0" destOrd="0" presId="urn:microsoft.com/office/officeart/2005/8/layout/radial1"/>
    <dgm:cxn modelId="{6D7AD658-3992-47AD-9A72-1FDCDE767506}" srcId="{6CED4F6E-69B6-42E7-8268-0B3629ED8394}" destId="{2FC66598-7A1D-47E3-9DE0-AC8063B42D77}" srcOrd="0" destOrd="0" parTransId="{6E77F6D1-83DB-4232-847A-4C4EC99C7C5F}" sibTransId="{CADE9206-AAA7-48A5-A481-01B9096F2896}"/>
    <dgm:cxn modelId="{EB06B691-96AB-4A8C-BA4E-DDCF3B13FCF6}" srcId="{2FC66598-7A1D-47E3-9DE0-AC8063B42D77}" destId="{3E0C7082-5930-4F1E-89F2-CA8BE8EB504B}" srcOrd="1" destOrd="0" parTransId="{E51C348F-1C66-48FD-9F1C-C77391C9EB55}" sibTransId="{B6397FD7-FC9E-4A81-B89C-FDC982AD228F}"/>
    <dgm:cxn modelId="{5CB53497-B2DB-4CE0-848F-617D4A7A15AB}" srcId="{2FC66598-7A1D-47E3-9DE0-AC8063B42D77}" destId="{AEE3BE06-0C67-40DD-8BC1-D07B445F5A00}" srcOrd="3" destOrd="0" parTransId="{D55271C9-F77A-4726-89D4-1C1E491013FA}" sibTransId="{5536CB07-B3C9-45C5-BCFB-EFAA1DEC2EEC}"/>
    <dgm:cxn modelId="{10CFD2AF-CF1C-4B51-AFBE-A95DC02B14C0}" type="presOf" srcId="{D55271C9-F77A-4726-89D4-1C1E491013FA}" destId="{64C044F2-F416-405F-A647-DCE3BCDDA14B}" srcOrd="0" destOrd="0" presId="urn:microsoft.com/office/officeart/2005/8/layout/radial1"/>
    <dgm:cxn modelId="{1EE29CC2-D2AD-4146-8E4D-BCC528EC2EB0}" type="presOf" srcId="{E51C348F-1C66-48FD-9F1C-C77391C9EB55}" destId="{CD65C691-66D1-4137-B239-C0E4B1E63B12}" srcOrd="0" destOrd="0" presId="urn:microsoft.com/office/officeart/2005/8/layout/radial1"/>
    <dgm:cxn modelId="{7F6451C3-34D5-4699-95D8-46BE2F64618D}" srcId="{2FC66598-7A1D-47E3-9DE0-AC8063B42D77}" destId="{E1FCA0BC-8721-4032-B0E2-2E3403501C49}" srcOrd="0" destOrd="0" parTransId="{0161C9B6-4E87-4841-AC4D-812DBF09A219}" sibTransId="{2312F823-598A-4A7A-81BB-3A551F5216DC}"/>
    <dgm:cxn modelId="{66A5FCD6-0C1C-4086-980A-57E81FE1CF04}" type="presOf" srcId="{2CB7697F-169E-4011-BEAC-4844F48C0FBA}" destId="{3F087884-374C-4D52-8552-DA45FDFC020C}" srcOrd="0" destOrd="0" presId="urn:microsoft.com/office/officeart/2005/8/layout/radial1"/>
    <dgm:cxn modelId="{BA1B6AE0-30A4-4E47-A944-6E1D7208FF7E}" type="presOf" srcId="{EAAC59F8-DF5E-45B4-B714-51B430F5D999}" destId="{89759193-B0D6-4849-8814-E23F26BACCAD}" srcOrd="0" destOrd="0" presId="urn:microsoft.com/office/officeart/2005/8/layout/radial1"/>
    <dgm:cxn modelId="{4286D4FA-8865-4273-9EE3-D8F108FBD760}" type="presOf" srcId="{EAAC59F8-DF5E-45B4-B714-51B430F5D999}" destId="{DB49C0CF-5C03-4481-8123-7D706CC22F7E}" srcOrd="1" destOrd="0" presId="urn:microsoft.com/office/officeart/2005/8/layout/radial1"/>
    <dgm:cxn modelId="{76E0E2FE-F1D6-4FEA-B7E2-A209145B664D}" type="presOf" srcId="{AEE3BE06-0C67-40DD-8BC1-D07B445F5A00}" destId="{FCC57CD3-CE7B-46A0-96A8-2231731B09E5}" srcOrd="0" destOrd="0" presId="urn:microsoft.com/office/officeart/2005/8/layout/radial1"/>
    <dgm:cxn modelId="{D87A56E9-C1A7-457E-B206-997EA3C2951A}" type="presParOf" srcId="{340C2BD8-50A1-4E15-9E38-FB24AEAF0359}" destId="{95D66D3D-C701-4140-BC00-697F0FA6F904}" srcOrd="0" destOrd="0" presId="urn:microsoft.com/office/officeart/2005/8/layout/radial1"/>
    <dgm:cxn modelId="{AD687600-7ECA-4EF2-A38A-CA3496087A76}" type="presParOf" srcId="{340C2BD8-50A1-4E15-9E38-FB24AEAF0359}" destId="{2AAB78EF-7AA6-475E-9540-E07E0007BDDA}" srcOrd="1" destOrd="0" presId="urn:microsoft.com/office/officeart/2005/8/layout/radial1"/>
    <dgm:cxn modelId="{A966954E-65F5-4C52-8B1D-7DB71DAE957F}" type="presParOf" srcId="{2AAB78EF-7AA6-475E-9540-E07E0007BDDA}" destId="{1892B6DE-555D-4A2B-930E-08F6AAF79C49}" srcOrd="0" destOrd="0" presId="urn:microsoft.com/office/officeart/2005/8/layout/radial1"/>
    <dgm:cxn modelId="{C07BC524-D2AF-4370-A276-FE33372F4283}" type="presParOf" srcId="{340C2BD8-50A1-4E15-9E38-FB24AEAF0359}" destId="{F4DD3B8A-7224-4D74-8C8D-049377E4DC70}" srcOrd="2" destOrd="0" presId="urn:microsoft.com/office/officeart/2005/8/layout/radial1"/>
    <dgm:cxn modelId="{332E8A4F-119B-4F67-9F23-42E83449BC73}" type="presParOf" srcId="{340C2BD8-50A1-4E15-9E38-FB24AEAF0359}" destId="{CD65C691-66D1-4137-B239-C0E4B1E63B12}" srcOrd="3" destOrd="0" presId="urn:microsoft.com/office/officeart/2005/8/layout/radial1"/>
    <dgm:cxn modelId="{2CB1A268-880E-4FAE-9731-D48C3AA1403F}" type="presParOf" srcId="{CD65C691-66D1-4137-B239-C0E4B1E63B12}" destId="{6194EB81-283E-4475-988B-D06117BA6D88}" srcOrd="0" destOrd="0" presId="urn:microsoft.com/office/officeart/2005/8/layout/radial1"/>
    <dgm:cxn modelId="{8A4F9740-23B2-4AEC-8834-D610E77E6488}" type="presParOf" srcId="{340C2BD8-50A1-4E15-9E38-FB24AEAF0359}" destId="{1FA550B3-D343-4619-BF19-89C3CC865523}" srcOrd="4" destOrd="0" presId="urn:microsoft.com/office/officeart/2005/8/layout/radial1"/>
    <dgm:cxn modelId="{5F54FFDD-9138-4306-92DF-46EE460E53DA}" type="presParOf" srcId="{340C2BD8-50A1-4E15-9E38-FB24AEAF0359}" destId="{89759193-B0D6-4849-8814-E23F26BACCAD}" srcOrd="5" destOrd="0" presId="urn:microsoft.com/office/officeart/2005/8/layout/radial1"/>
    <dgm:cxn modelId="{80FCD419-4599-4281-B04C-6291DCB22C5E}" type="presParOf" srcId="{89759193-B0D6-4849-8814-E23F26BACCAD}" destId="{DB49C0CF-5C03-4481-8123-7D706CC22F7E}" srcOrd="0" destOrd="0" presId="urn:microsoft.com/office/officeart/2005/8/layout/radial1"/>
    <dgm:cxn modelId="{C7A5DEB2-B697-4956-BC98-0FA5E0DBE355}" type="presParOf" srcId="{340C2BD8-50A1-4E15-9E38-FB24AEAF0359}" destId="{3F087884-374C-4D52-8552-DA45FDFC020C}" srcOrd="6" destOrd="0" presId="urn:microsoft.com/office/officeart/2005/8/layout/radial1"/>
    <dgm:cxn modelId="{1391202F-AF17-4CE1-86CC-1091EB9E17D0}" type="presParOf" srcId="{340C2BD8-50A1-4E15-9E38-FB24AEAF0359}" destId="{64C044F2-F416-405F-A647-DCE3BCDDA14B}" srcOrd="7" destOrd="0" presId="urn:microsoft.com/office/officeart/2005/8/layout/radial1"/>
    <dgm:cxn modelId="{58459F1E-A47E-4E01-B71B-CC4081AA62BD}" type="presParOf" srcId="{64C044F2-F416-405F-A647-DCE3BCDDA14B}" destId="{A03A382E-9AA6-4CB7-B772-F26CC27CEAE3}" srcOrd="0" destOrd="0" presId="urn:microsoft.com/office/officeart/2005/8/layout/radial1"/>
    <dgm:cxn modelId="{F5405648-96C3-49A3-9EFF-8E486320C845}" type="presParOf" srcId="{340C2BD8-50A1-4E15-9E38-FB24AEAF0359}" destId="{FCC57CD3-CE7B-46A0-96A8-2231731B09E5}"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018BD1D-C6FB-42EF-99EF-C0C9C033AA2D}" type="doc">
      <dgm:prSet loTypeId="urn:microsoft.com/office/officeart/2005/8/layout/radial4" loCatId="relationship" qsTypeId="urn:microsoft.com/office/officeart/2005/8/quickstyle/simple1" qsCatId="simple" csTypeId="urn:microsoft.com/office/officeart/2005/8/colors/accent0_1" csCatId="mainScheme" phldr="1"/>
      <dgm:spPr/>
      <dgm:t>
        <a:bodyPr/>
        <a:lstStyle/>
        <a:p>
          <a:endParaRPr lang="en-GB"/>
        </a:p>
      </dgm:t>
    </dgm:pt>
    <dgm:pt modelId="{D70CC70A-7B87-414E-A861-1BB113E16DD2}">
      <dgm:prSet phldrT="[Text]" phldr="0" custT="1"/>
      <dgm:spPr/>
      <dgm:t>
        <a:bodyPr/>
        <a:lstStyle/>
        <a:p>
          <a:r>
            <a:rPr lang="en-GB" sz="2400" b="1" dirty="0"/>
            <a:t>Composite Press Score</a:t>
          </a:r>
        </a:p>
      </dgm:t>
    </dgm:pt>
    <dgm:pt modelId="{CCB0989D-F1E9-4FDB-AE33-EAC604DBDD6A}" type="parTrans" cxnId="{6E25CD4E-3053-4DA7-A449-60EC0C3938FA}">
      <dgm:prSet/>
      <dgm:spPr/>
      <dgm:t>
        <a:bodyPr/>
        <a:lstStyle/>
        <a:p>
          <a:endParaRPr lang="en-GB"/>
        </a:p>
      </dgm:t>
    </dgm:pt>
    <dgm:pt modelId="{0F3CEAD4-17BE-419A-8A2D-64C7A45F50C7}" type="sibTrans" cxnId="{6E25CD4E-3053-4DA7-A449-60EC0C3938FA}">
      <dgm:prSet/>
      <dgm:spPr/>
      <dgm:t>
        <a:bodyPr/>
        <a:lstStyle/>
        <a:p>
          <a:endParaRPr lang="en-GB"/>
        </a:p>
      </dgm:t>
    </dgm:pt>
    <dgm:pt modelId="{E7EE14C1-38F4-4943-9356-19BEA61023ED}">
      <dgm:prSet phldrT="[Text]" phldr="0"/>
      <dgm:spPr/>
      <dgm:t>
        <a:bodyPr/>
        <a:lstStyle/>
        <a:p>
          <a:r>
            <a:rPr lang="en-GB" dirty="0"/>
            <a:t>Outcome</a:t>
          </a:r>
        </a:p>
      </dgm:t>
    </dgm:pt>
    <dgm:pt modelId="{8C99E203-DA52-480A-BC6D-0707F58F7DE2}" type="parTrans" cxnId="{0011E05F-8192-42B5-A1D2-C2749B849095}">
      <dgm:prSet/>
      <dgm:spPr/>
      <dgm:t>
        <a:bodyPr/>
        <a:lstStyle/>
        <a:p>
          <a:endParaRPr lang="en-GB"/>
        </a:p>
      </dgm:t>
    </dgm:pt>
    <dgm:pt modelId="{3CBE0896-5E68-42F6-966C-DBA6FCD46CA6}" type="sibTrans" cxnId="{0011E05F-8192-42B5-A1D2-C2749B849095}">
      <dgm:prSet/>
      <dgm:spPr/>
      <dgm:t>
        <a:bodyPr/>
        <a:lstStyle/>
        <a:p>
          <a:endParaRPr lang="en-GB"/>
        </a:p>
      </dgm:t>
    </dgm:pt>
    <dgm:pt modelId="{FBA18606-751E-4121-BF85-638481BF9E1C}">
      <dgm:prSet phldrT="[Text]" phldr="0"/>
      <dgm:spPr/>
      <dgm:t>
        <a:bodyPr/>
        <a:lstStyle/>
        <a:p>
          <a:r>
            <a:rPr lang="en-GB" dirty="0"/>
            <a:t>Defender Proximity</a:t>
          </a:r>
        </a:p>
      </dgm:t>
    </dgm:pt>
    <dgm:pt modelId="{9965516F-2BCE-4DB3-A31F-A6A42B9C145B}" type="parTrans" cxnId="{B1FF877B-5D0A-4CFE-AF5B-050F36D4B2F0}">
      <dgm:prSet/>
      <dgm:spPr/>
      <dgm:t>
        <a:bodyPr/>
        <a:lstStyle/>
        <a:p>
          <a:endParaRPr lang="en-GB"/>
        </a:p>
      </dgm:t>
    </dgm:pt>
    <dgm:pt modelId="{95493712-CD6E-436C-8E03-D59AB434A543}" type="sibTrans" cxnId="{B1FF877B-5D0A-4CFE-AF5B-050F36D4B2F0}">
      <dgm:prSet/>
      <dgm:spPr/>
      <dgm:t>
        <a:bodyPr/>
        <a:lstStyle/>
        <a:p>
          <a:endParaRPr lang="en-GB"/>
        </a:p>
      </dgm:t>
    </dgm:pt>
    <dgm:pt modelId="{D23ED35C-E14F-4ED1-8549-A70B5F869B39}">
      <dgm:prSet phldrT="[Text]" phldr="0"/>
      <dgm:spPr/>
      <dgm:t>
        <a:bodyPr/>
        <a:lstStyle/>
        <a:p>
          <a:r>
            <a:rPr lang="en-GB" dirty="0"/>
            <a:t>Duration</a:t>
          </a:r>
        </a:p>
      </dgm:t>
    </dgm:pt>
    <dgm:pt modelId="{8E817AFD-BE50-41B0-8836-7B32A720F425}" type="parTrans" cxnId="{34224316-231A-4D53-9C28-610A045D3886}">
      <dgm:prSet/>
      <dgm:spPr/>
      <dgm:t>
        <a:bodyPr/>
        <a:lstStyle/>
        <a:p>
          <a:endParaRPr lang="en-GB"/>
        </a:p>
      </dgm:t>
    </dgm:pt>
    <dgm:pt modelId="{DAB503C9-32F5-4C35-9415-EFC4C34E4EEF}" type="sibTrans" cxnId="{34224316-231A-4D53-9C28-610A045D3886}">
      <dgm:prSet/>
      <dgm:spPr/>
      <dgm:t>
        <a:bodyPr/>
        <a:lstStyle/>
        <a:p>
          <a:endParaRPr lang="en-GB"/>
        </a:p>
      </dgm:t>
    </dgm:pt>
    <dgm:pt modelId="{F11C0107-FCA5-4969-A201-CB99FA28BE15}" type="pres">
      <dgm:prSet presAssocID="{5018BD1D-C6FB-42EF-99EF-C0C9C033AA2D}" presName="cycle" presStyleCnt="0">
        <dgm:presLayoutVars>
          <dgm:chMax val="1"/>
          <dgm:dir/>
          <dgm:animLvl val="ctr"/>
          <dgm:resizeHandles val="exact"/>
        </dgm:presLayoutVars>
      </dgm:prSet>
      <dgm:spPr/>
    </dgm:pt>
    <dgm:pt modelId="{35FC31FA-C3B9-48BF-A47E-DE5963D35DFE}" type="pres">
      <dgm:prSet presAssocID="{D70CC70A-7B87-414E-A861-1BB113E16DD2}" presName="centerShape" presStyleLbl="node0" presStyleIdx="0" presStyleCnt="1" custScaleX="144941" custScaleY="143938"/>
      <dgm:spPr/>
    </dgm:pt>
    <dgm:pt modelId="{CE735A83-EA8A-4BA9-A3E4-7A6447068F5C}" type="pres">
      <dgm:prSet presAssocID="{8C99E203-DA52-480A-BC6D-0707F58F7DE2}" presName="parTrans" presStyleLbl="bgSibTrans2D1" presStyleIdx="0" presStyleCnt="3"/>
      <dgm:spPr/>
    </dgm:pt>
    <dgm:pt modelId="{A3AADA09-13CC-47F7-B3D4-838B07DDD638}" type="pres">
      <dgm:prSet presAssocID="{E7EE14C1-38F4-4943-9356-19BEA61023ED}" presName="node" presStyleLbl="node1" presStyleIdx="0" presStyleCnt="3" custScaleY="60980" custRadScaleRad="112384" custRadScaleInc="3166">
        <dgm:presLayoutVars>
          <dgm:bulletEnabled val="1"/>
        </dgm:presLayoutVars>
      </dgm:prSet>
      <dgm:spPr/>
    </dgm:pt>
    <dgm:pt modelId="{D170F7A2-FDD0-486E-ABBB-0002A7687AD2}" type="pres">
      <dgm:prSet presAssocID="{9965516F-2BCE-4DB3-A31F-A6A42B9C145B}" presName="parTrans" presStyleLbl="bgSibTrans2D1" presStyleIdx="1" presStyleCnt="3"/>
      <dgm:spPr/>
    </dgm:pt>
    <dgm:pt modelId="{DAA07830-23E7-48B8-83BE-8262528B708A}" type="pres">
      <dgm:prSet presAssocID="{FBA18606-751E-4121-BF85-638481BF9E1C}" presName="node" presStyleLbl="node1" presStyleIdx="1" presStyleCnt="3" custScaleX="89014" custScaleY="71094">
        <dgm:presLayoutVars>
          <dgm:bulletEnabled val="1"/>
        </dgm:presLayoutVars>
      </dgm:prSet>
      <dgm:spPr/>
    </dgm:pt>
    <dgm:pt modelId="{DB4EA5C5-DE6C-4977-9435-34144295523D}" type="pres">
      <dgm:prSet presAssocID="{8E817AFD-BE50-41B0-8836-7B32A720F425}" presName="parTrans" presStyleLbl="bgSibTrans2D1" presStyleIdx="2" presStyleCnt="3"/>
      <dgm:spPr/>
    </dgm:pt>
    <dgm:pt modelId="{4407E034-A8EB-469D-8D31-350406988F67}" type="pres">
      <dgm:prSet presAssocID="{D23ED35C-E14F-4ED1-8549-A70B5F869B39}" presName="node" presStyleLbl="node1" presStyleIdx="2" presStyleCnt="3" custScaleX="85758" custScaleY="55501" custRadScaleRad="103110" custRadScaleInc="-9147">
        <dgm:presLayoutVars>
          <dgm:bulletEnabled val="1"/>
        </dgm:presLayoutVars>
      </dgm:prSet>
      <dgm:spPr/>
    </dgm:pt>
  </dgm:ptLst>
  <dgm:cxnLst>
    <dgm:cxn modelId="{34224316-231A-4D53-9C28-610A045D3886}" srcId="{D70CC70A-7B87-414E-A861-1BB113E16DD2}" destId="{D23ED35C-E14F-4ED1-8549-A70B5F869B39}" srcOrd="2" destOrd="0" parTransId="{8E817AFD-BE50-41B0-8836-7B32A720F425}" sibTransId="{DAB503C9-32F5-4C35-9415-EFC4C34E4EEF}"/>
    <dgm:cxn modelId="{0011E05F-8192-42B5-A1D2-C2749B849095}" srcId="{D70CC70A-7B87-414E-A861-1BB113E16DD2}" destId="{E7EE14C1-38F4-4943-9356-19BEA61023ED}" srcOrd="0" destOrd="0" parTransId="{8C99E203-DA52-480A-BC6D-0707F58F7DE2}" sibTransId="{3CBE0896-5E68-42F6-966C-DBA6FCD46CA6}"/>
    <dgm:cxn modelId="{F6696169-CFF2-45E8-A7CE-6EC3265C5752}" type="presOf" srcId="{5018BD1D-C6FB-42EF-99EF-C0C9C033AA2D}" destId="{F11C0107-FCA5-4969-A201-CB99FA28BE15}" srcOrd="0" destOrd="0" presId="urn:microsoft.com/office/officeart/2005/8/layout/radial4"/>
    <dgm:cxn modelId="{6E25CD4E-3053-4DA7-A449-60EC0C3938FA}" srcId="{5018BD1D-C6FB-42EF-99EF-C0C9C033AA2D}" destId="{D70CC70A-7B87-414E-A861-1BB113E16DD2}" srcOrd="0" destOrd="0" parTransId="{CCB0989D-F1E9-4FDB-AE33-EAC604DBDD6A}" sibTransId="{0F3CEAD4-17BE-419A-8A2D-64C7A45F50C7}"/>
    <dgm:cxn modelId="{C3C28259-B187-4682-AA65-59B54E5D7F73}" type="presOf" srcId="{D23ED35C-E14F-4ED1-8549-A70B5F869B39}" destId="{4407E034-A8EB-469D-8D31-350406988F67}" srcOrd="0" destOrd="0" presId="urn:microsoft.com/office/officeart/2005/8/layout/radial4"/>
    <dgm:cxn modelId="{B1FF877B-5D0A-4CFE-AF5B-050F36D4B2F0}" srcId="{D70CC70A-7B87-414E-A861-1BB113E16DD2}" destId="{FBA18606-751E-4121-BF85-638481BF9E1C}" srcOrd="1" destOrd="0" parTransId="{9965516F-2BCE-4DB3-A31F-A6A42B9C145B}" sibTransId="{95493712-CD6E-436C-8E03-D59AB434A543}"/>
    <dgm:cxn modelId="{07C3E08E-F4D7-4448-A5EE-3D5A1EF6BB6A}" type="presOf" srcId="{9965516F-2BCE-4DB3-A31F-A6A42B9C145B}" destId="{D170F7A2-FDD0-486E-ABBB-0002A7687AD2}" srcOrd="0" destOrd="0" presId="urn:microsoft.com/office/officeart/2005/8/layout/radial4"/>
    <dgm:cxn modelId="{AEEA97C1-4A13-4862-A4BC-2FBEB8ACF1F2}" type="presOf" srcId="{8C99E203-DA52-480A-BC6D-0707F58F7DE2}" destId="{CE735A83-EA8A-4BA9-A3E4-7A6447068F5C}" srcOrd="0" destOrd="0" presId="urn:microsoft.com/office/officeart/2005/8/layout/radial4"/>
    <dgm:cxn modelId="{262DBEC7-78A1-48DD-AF60-0C493E48FF87}" type="presOf" srcId="{FBA18606-751E-4121-BF85-638481BF9E1C}" destId="{DAA07830-23E7-48B8-83BE-8262528B708A}" srcOrd="0" destOrd="0" presId="urn:microsoft.com/office/officeart/2005/8/layout/radial4"/>
    <dgm:cxn modelId="{32BC69CD-B812-434E-A783-F48B248A470E}" type="presOf" srcId="{E7EE14C1-38F4-4943-9356-19BEA61023ED}" destId="{A3AADA09-13CC-47F7-B3D4-838B07DDD638}" srcOrd="0" destOrd="0" presId="urn:microsoft.com/office/officeart/2005/8/layout/radial4"/>
    <dgm:cxn modelId="{41047DCD-AB75-46C9-9032-6CE1AB5D1A8B}" type="presOf" srcId="{8E817AFD-BE50-41B0-8836-7B32A720F425}" destId="{DB4EA5C5-DE6C-4977-9435-34144295523D}" srcOrd="0" destOrd="0" presId="urn:microsoft.com/office/officeart/2005/8/layout/radial4"/>
    <dgm:cxn modelId="{E22746F5-956B-4792-BE3C-0D2762F73556}" type="presOf" srcId="{D70CC70A-7B87-414E-A861-1BB113E16DD2}" destId="{35FC31FA-C3B9-48BF-A47E-DE5963D35DFE}" srcOrd="0" destOrd="0" presId="urn:microsoft.com/office/officeart/2005/8/layout/radial4"/>
    <dgm:cxn modelId="{18D5542B-66B8-46BF-8631-6AE52C387E48}" type="presParOf" srcId="{F11C0107-FCA5-4969-A201-CB99FA28BE15}" destId="{35FC31FA-C3B9-48BF-A47E-DE5963D35DFE}" srcOrd="0" destOrd="0" presId="urn:microsoft.com/office/officeart/2005/8/layout/radial4"/>
    <dgm:cxn modelId="{6E3C7F78-9B51-4FDF-A378-D564D03791D9}" type="presParOf" srcId="{F11C0107-FCA5-4969-A201-CB99FA28BE15}" destId="{CE735A83-EA8A-4BA9-A3E4-7A6447068F5C}" srcOrd="1" destOrd="0" presId="urn:microsoft.com/office/officeart/2005/8/layout/radial4"/>
    <dgm:cxn modelId="{C0D5320E-8023-4992-A3CF-26E84B2FE428}" type="presParOf" srcId="{F11C0107-FCA5-4969-A201-CB99FA28BE15}" destId="{A3AADA09-13CC-47F7-B3D4-838B07DDD638}" srcOrd="2" destOrd="0" presId="urn:microsoft.com/office/officeart/2005/8/layout/radial4"/>
    <dgm:cxn modelId="{5F95BD65-64DA-464C-854A-5D9887422798}" type="presParOf" srcId="{F11C0107-FCA5-4969-A201-CB99FA28BE15}" destId="{D170F7A2-FDD0-486E-ABBB-0002A7687AD2}" srcOrd="3" destOrd="0" presId="urn:microsoft.com/office/officeart/2005/8/layout/radial4"/>
    <dgm:cxn modelId="{F9C74450-F6A3-4542-83A6-6D744527B87D}" type="presParOf" srcId="{F11C0107-FCA5-4969-A201-CB99FA28BE15}" destId="{DAA07830-23E7-48B8-83BE-8262528B708A}" srcOrd="4" destOrd="0" presId="urn:microsoft.com/office/officeart/2005/8/layout/radial4"/>
    <dgm:cxn modelId="{2EAFD5B8-7227-4BDB-A138-AD60838C2752}" type="presParOf" srcId="{F11C0107-FCA5-4969-A201-CB99FA28BE15}" destId="{DB4EA5C5-DE6C-4977-9435-34144295523D}" srcOrd="5" destOrd="0" presId="urn:microsoft.com/office/officeart/2005/8/layout/radial4"/>
    <dgm:cxn modelId="{52C6E29C-0B15-4C1F-9C39-E7D0AD84ACB5}" type="presParOf" srcId="{F11C0107-FCA5-4969-A201-CB99FA28BE15}" destId="{4407E034-A8EB-469D-8D31-350406988F67}"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7E357E-3EFC-4341-A76C-458DAAAF08EF}">
      <dsp:nvSpPr>
        <dsp:cNvPr id="0" name=""/>
        <dsp:cNvSpPr/>
      </dsp:nvSpPr>
      <dsp:spPr>
        <a:xfrm>
          <a:off x="0" y="682297"/>
          <a:ext cx="1314449" cy="78867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Raw Football Data</a:t>
          </a:r>
        </a:p>
      </dsp:txBody>
      <dsp:txXfrm>
        <a:off x="23099" y="705396"/>
        <a:ext cx="1268251" cy="742472"/>
      </dsp:txXfrm>
    </dsp:sp>
    <dsp:sp modelId="{46D6C504-EDC6-4EED-AC2F-9AC246663EB5}">
      <dsp:nvSpPr>
        <dsp:cNvPr id="0" name=""/>
        <dsp:cNvSpPr/>
      </dsp:nvSpPr>
      <dsp:spPr>
        <a:xfrm>
          <a:off x="1445895" y="913640"/>
          <a:ext cx="278663" cy="3259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445895" y="978837"/>
        <a:ext cx="195064" cy="195589"/>
      </dsp:txXfrm>
    </dsp:sp>
    <dsp:sp modelId="{F9C0C5EE-E891-4CAD-8C08-CD8116FEE28E}">
      <dsp:nvSpPr>
        <dsp:cNvPr id="0" name=""/>
        <dsp:cNvSpPr/>
      </dsp:nvSpPr>
      <dsp:spPr>
        <a:xfrm>
          <a:off x="1840230" y="682297"/>
          <a:ext cx="1314449" cy="78867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Data Integration</a:t>
          </a:r>
        </a:p>
      </dsp:txBody>
      <dsp:txXfrm>
        <a:off x="1863329" y="705396"/>
        <a:ext cx="1268251" cy="742472"/>
      </dsp:txXfrm>
    </dsp:sp>
    <dsp:sp modelId="{C98904EF-27F0-48C3-B6DB-92A24E285015}">
      <dsp:nvSpPr>
        <dsp:cNvPr id="0" name=""/>
        <dsp:cNvSpPr/>
      </dsp:nvSpPr>
      <dsp:spPr>
        <a:xfrm>
          <a:off x="3286125" y="913640"/>
          <a:ext cx="278663" cy="3259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3286125" y="978837"/>
        <a:ext cx="195064" cy="195589"/>
      </dsp:txXfrm>
    </dsp:sp>
    <dsp:sp modelId="{1882639D-E287-4729-88B0-C8814B4442F9}">
      <dsp:nvSpPr>
        <dsp:cNvPr id="0" name=""/>
        <dsp:cNvSpPr/>
      </dsp:nvSpPr>
      <dsp:spPr>
        <a:xfrm>
          <a:off x="3680460" y="682297"/>
          <a:ext cx="1314449" cy="78867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Context Construction</a:t>
          </a:r>
        </a:p>
      </dsp:txBody>
      <dsp:txXfrm>
        <a:off x="3703559" y="705396"/>
        <a:ext cx="1268251" cy="742472"/>
      </dsp:txXfrm>
    </dsp:sp>
    <dsp:sp modelId="{EA9A22DC-70C2-4060-8CB0-F8DB6B827A38}">
      <dsp:nvSpPr>
        <dsp:cNvPr id="0" name=""/>
        <dsp:cNvSpPr/>
      </dsp:nvSpPr>
      <dsp:spPr>
        <a:xfrm>
          <a:off x="5126355" y="913640"/>
          <a:ext cx="278663" cy="3259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5126355" y="978837"/>
        <a:ext cx="195064" cy="195589"/>
      </dsp:txXfrm>
    </dsp:sp>
    <dsp:sp modelId="{D5FD6F7E-169F-46D1-BAB6-C360E6182B8B}">
      <dsp:nvSpPr>
        <dsp:cNvPr id="0" name=""/>
        <dsp:cNvSpPr/>
      </dsp:nvSpPr>
      <dsp:spPr>
        <a:xfrm>
          <a:off x="5520690" y="682297"/>
          <a:ext cx="1314449" cy="78867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Behaviour Detection</a:t>
          </a:r>
        </a:p>
      </dsp:txBody>
      <dsp:txXfrm>
        <a:off x="5543789" y="705396"/>
        <a:ext cx="1268251" cy="742472"/>
      </dsp:txXfrm>
    </dsp:sp>
    <dsp:sp modelId="{0BBF7725-640A-4AEB-AEC3-BC6722DB3EE5}">
      <dsp:nvSpPr>
        <dsp:cNvPr id="0" name=""/>
        <dsp:cNvSpPr/>
      </dsp:nvSpPr>
      <dsp:spPr>
        <a:xfrm>
          <a:off x="6966585" y="913640"/>
          <a:ext cx="278663" cy="3259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6966585" y="978837"/>
        <a:ext cx="195064" cy="195589"/>
      </dsp:txXfrm>
    </dsp:sp>
    <dsp:sp modelId="{83011BE6-E230-465F-B5F4-33F10EB58E9A}">
      <dsp:nvSpPr>
        <dsp:cNvPr id="0" name=""/>
        <dsp:cNvSpPr/>
      </dsp:nvSpPr>
      <dsp:spPr>
        <a:xfrm>
          <a:off x="7360920" y="682297"/>
          <a:ext cx="1314449" cy="78867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Sequence Modelling</a:t>
          </a:r>
          <a:endParaRPr lang="en-GB" sz="1700" kern="1200" dirty="0"/>
        </a:p>
      </dsp:txBody>
      <dsp:txXfrm>
        <a:off x="7384019" y="705396"/>
        <a:ext cx="1268251" cy="742472"/>
      </dsp:txXfrm>
    </dsp:sp>
    <dsp:sp modelId="{966D4445-1B8E-4200-8B5B-AB0C861C3ED7}">
      <dsp:nvSpPr>
        <dsp:cNvPr id="0" name=""/>
        <dsp:cNvSpPr/>
      </dsp:nvSpPr>
      <dsp:spPr>
        <a:xfrm>
          <a:off x="8806814" y="913640"/>
          <a:ext cx="278663" cy="3259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8806814" y="978837"/>
        <a:ext cx="195064" cy="195589"/>
      </dsp:txXfrm>
    </dsp:sp>
    <dsp:sp modelId="{EFE150D0-0CEF-45D9-A566-47C3CADF4954}">
      <dsp:nvSpPr>
        <dsp:cNvPr id="0" name=""/>
        <dsp:cNvSpPr/>
      </dsp:nvSpPr>
      <dsp:spPr>
        <a:xfrm>
          <a:off x="9201149" y="682297"/>
          <a:ext cx="1314449" cy="78867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a:t>Outcome Evaluation</a:t>
          </a:r>
          <a:endParaRPr lang="en-GB" sz="1700" kern="1200" dirty="0"/>
        </a:p>
      </dsp:txBody>
      <dsp:txXfrm>
        <a:off x="9224248" y="705396"/>
        <a:ext cx="1268251" cy="7424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8489A-C246-4012-8261-8ABDEBB6882E}">
      <dsp:nvSpPr>
        <dsp:cNvPr id="0" name=""/>
        <dsp:cNvSpPr/>
      </dsp:nvSpPr>
      <dsp:spPr>
        <a:xfrm>
          <a:off x="608924" y="0"/>
          <a:ext cx="6901138" cy="1630446"/>
        </a:xfrm>
        <a:prstGeom prst="rightArrow">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DA1471-CE9B-48EF-922F-E48DA8C381CF}">
      <dsp:nvSpPr>
        <dsp:cNvPr id="0" name=""/>
        <dsp:cNvSpPr/>
      </dsp:nvSpPr>
      <dsp:spPr>
        <a:xfrm>
          <a:off x="0" y="489133"/>
          <a:ext cx="2435696" cy="65217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Synchronization</a:t>
          </a:r>
        </a:p>
      </dsp:txBody>
      <dsp:txXfrm>
        <a:off x="31837" y="520970"/>
        <a:ext cx="2372022" cy="588504"/>
      </dsp:txXfrm>
    </dsp:sp>
    <dsp:sp modelId="{34919425-70CC-4B99-A523-65DBAC562BD9}">
      <dsp:nvSpPr>
        <dsp:cNvPr id="0" name=""/>
        <dsp:cNvSpPr/>
      </dsp:nvSpPr>
      <dsp:spPr>
        <a:xfrm>
          <a:off x="2841645" y="489133"/>
          <a:ext cx="2435696" cy="65217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Cleaning</a:t>
          </a:r>
        </a:p>
      </dsp:txBody>
      <dsp:txXfrm>
        <a:off x="2873482" y="520970"/>
        <a:ext cx="2372022" cy="588504"/>
      </dsp:txXfrm>
    </dsp:sp>
    <dsp:sp modelId="{CFB7B97F-A76F-410F-8B89-31B6C1FF055C}">
      <dsp:nvSpPr>
        <dsp:cNvPr id="0" name=""/>
        <dsp:cNvSpPr/>
      </dsp:nvSpPr>
      <dsp:spPr>
        <a:xfrm>
          <a:off x="5683290" y="489133"/>
          <a:ext cx="2435696" cy="652178"/>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Standardization</a:t>
          </a:r>
        </a:p>
      </dsp:txBody>
      <dsp:txXfrm>
        <a:off x="5715127" y="520970"/>
        <a:ext cx="2372022" cy="5885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4E43C-B89D-4603-B108-C82135538CFD}">
      <dsp:nvSpPr>
        <dsp:cNvPr id="0" name=""/>
        <dsp:cNvSpPr/>
      </dsp:nvSpPr>
      <dsp:spPr>
        <a:xfrm>
          <a:off x="0" y="3112"/>
          <a:ext cx="8055897" cy="60547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1" kern="1200" dirty="0"/>
            <a:t>Available Data </a:t>
          </a:r>
          <a:r>
            <a:rPr lang="en-GB" sz="1800" kern="1200" dirty="0"/>
            <a:t>(Tracking, events, metadata)</a:t>
          </a:r>
        </a:p>
      </dsp:txBody>
      <dsp:txXfrm>
        <a:off x="17734" y="20846"/>
        <a:ext cx="8020429" cy="570011"/>
      </dsp:txXfrm>
    </dsp:sp>
    <dsp:sp modelId="{B3421475-B931-4F06-B6FD-6C87BEFDC236}">
      <dsp:nvSpPr>
        <dsp:cNvPr id="0" name=""/>
        <dsp:cNvSpPr/>
      </dsp:nvSpPr>
      <dsp:spPr>
        <a:xfrm rot="5400000">
          <a:off x="3699663" y="652363"/>
          <a:ext cx="656569" cy="7878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GB" sz="3200" kern="1200"/>
        </a:p>
      </dsp:txBody>
      <dsp:txXfrm rot="-5400000">
        <a:off x="3791584" y="718020"/>
        <a:ext cx="472729" cy="459598"/>
      </dsp:txXfrm>
    </dsp:sp>
    <dsp:sp modelId="{72BD393A-AC1D-48B5-96F3-B2DB73D2AFB1}">
      <dsp:nvSpPr>
        <dsp:cNvPr id="0" name=""/>
        <dsp:cNvSpPr/>
      </dsp:nvSpPr>
      <dsp:spPr>
        <a:xfrm>
          <a:off x="0" y="1484017"/>
          <a:ext cx="8055897" cy="1455815"/>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1" kern="1200" dirty="0"/>
            <a:t>Context Construction</a:t>
          </a:r>
        </a:p>
        <a:p>
          <a:pPr marL="0" lvl="0" indent="0" algn="ctr" defTabSz="1066800">
            <a:lnSpc>
              <a:spcPct val="90000"/>
            </a:lnSpc>
            <a:spcBef>
              <a:spcPct val="0"/>
            </a:spcBef>
            <a:spcAft>
              <a:spcPct val="35000"/>
            </a:spcAft>
            <a:buNone/>
          </a:pPr>
          <a:r>
            <a:rPr lang="en-GB" sz="1400" kern="1200" dirty="0"/>
            <a:t>Possession Context (Ball Carrier, Team Possession, Anticipated Possession)</a:t>
          </a:r>
        </a:p>
        <a:p>
          <a:pPr marL="0" lvl="0" indent="0" algn="ctr" defTabSz="1066800">
            <a:lnSpc>
              <a:spcPct val="90000"/>
            </a:lnSpc>
            <a:spcBef>
              <a:spcPct val="0"/>
            </a:spcBef>
            <a:spcAft>
              <a:spcPct val="35000"/>
            </a:spcAft>
            <a:buNone/>
          </a:pPr>
          <a:r>
            <a:rPr lang="en-GB" sz="1400" kern="1200" dirty="0"/>
            <a:t>Spatial Context (Attacking Direction, Pressing Zone)</a:t>
          </a:r>
        </a:p>
        <a:p>
          <a:pPr marL="0" lvl="0" indent="0" algn="ctr" defTabSz="1066800">
            <a:lnSpc>
              <a:spcPct val="90000"/>
            </a:lnSpc>
            <a:spcBef>
              <a:spcPct val="0"/>
            </a:spcBef>
            <a:spcAft>
              <a:spcPct val="35000"/>
            </a:spcAft>
            <a:buNone/>
          </a:pPr>
          <a:r>
            <a:rPr lang="en-GB" sz="1400" kern="1200" dirty="0"/>
            <a:t>Ball State (Grounded / Aerial)</a:t>
          </a:r>
        </a:p>
        <a:p>
          <a:pPr marL="0" lvl="0" indent="0" algn="ctr" defTabSz="1066800">
            <a:lnSpc>
              <a:spcPct val="90000"/>
            </a:lnSpc>
            <a:spcBef>
              <a:spcPct val="0"/>
            </a:spcBef>
            <a:spcAft>
              <a:spcPct val="35000"/>
            </a:spcAft>
            <a:buNone/>
          </a:pPr>
          <a:endParaRPr lang="en-GB" sz="1300" kern="1200" dirty="0"/>
        </a:p>
      </dsp:txBody>
      <dsp:txXfrm>
        <a:off x="42639" y="1526656"/>
        <a:ext cx="7970619" cy="1370537"/>
      </dsp:txXfrm>
    </dsp:sp>
    <dsp:sp modelId="{44546264-6680-4351-8087-CEA5F00DEA3C}">
      <dsp:nvSpPr>
        <dsp:cNvPr id="0" name=""/>
        <dsp:cNvSpPr/>
      </dsp:nvSpPr>
      <dsp:spPr>
        <a:xfrm rot="5400000">
          <a:off x="3699663" y="2983604"/>
          <a:ext cx="656569" cy="787883"/>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GB" sz="3200" kern="1200"/>
        </a:p>
      </dsp:txBody>
      <dsp:txXfrm rot="-5400000">
        <a:off x="3791584" y="3049261"/>
        <a:ext cx="472729" cy="459598"/>
      </dsp:txXfrm>
    </dsp:sp>
    <dsp:sp modelId="{88899E67-3777-444D-B091-5BDF39DD4286}">
      <dsp:nvSpPr>
        <dsp:cNvPr id="0" name=""/>
        <dsp:cNvSpPr/>
      </dsp:nvSpPr>
      <dsp:spPr>
        <a:xfrm>
          <a:off x="0" y="3815259"/>
          <a:ext cx="8055897" cy="62927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b="1" kern="1200" dirty="0"/>
            <a:t>Valid Pressing Context</a:t>
          </a:r>
        </a:p>
      </dsp:txBody>
      <dsp:txXfrm>
        <a:off x="18431" y="3833690"/>
        <a:ext cx="8019035" cy="5924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D66D3D-C701-4140-BC00-697F0FA6F904}">
      <dsp:nvSpPr>
        <dsp:cNvPr id="0" name=""/>
        <dsp:cNvSpPr/>
      </dsp:nvSpPr>
      <dsp:spPr>
        <a:xfrm>
          <a:off x="3305050" y="1690229"/>
          <a:ext cx="1285203" cy="128520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GB" sz="2000" kern="1200" dirty="0"/>
            <a:t>Pressing Run</a:t>
          </a:r>
        </a:p>
      </dsp:txBody>
      <dsp:txXfrm>
        <a:off x="3493264" y="1878443"/>
        <a:ext cx="908775" cy="908775"/>
      </dsp:txXfrm>
    </dsp:sp>
    <dsp:sp modelId="{2AAB78EF-7AA6-475E-9540-E07E0007BDDA}">
      <dsp:nvSpPr>
        <dsp:cNvPr id="0" name=""/>
        <dsp:cNvSpPr/>
      </dsp:nvSpPr>
      <dsp:spPr>
        <a:xfrm rot="16200000">
          <a:off x="3753769" y="1481695"/>
          <a:ext cx="387765" cy="29300"/>
        </a:xfrm>
        <a:custGeom>
          <a:avLst/>
          <a:gdLst/>
          <a:ahLst/>
          <a:cxnLst/>
          <a:rect l="0" t="0" r="0" b="0"/>
          <a:pathLst>
            <a:path>
              <a:moveTo>
                <a:pt x="0" y="14650"/>
              </a:moveTo>
              <a:lnTo>
                <a:pt x="387765" y="146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937957" y="1486652"/>
        <a:ext cx="19388" cy="19388"/>
      </dsp:txXfrm>
    </dsp:sp>
    <dsp:sp modelId="{F4DD3B8A-7224-4D74-8C8D-049377E4DC70}">
      <dsp:nvSpPr>
        <dsp:cNvPr id="0" name=""/>
        <dsp:cNvSpPr/>
      </dsp:nvSpPr>
      <dsp:spPr>
        <a:xfrm>
          <a:off x="3305050" y="17259"/>
          <a:ext cx="1285203" cy="128520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Movement Intensity</a:t>
          </a:r>
        </a:p>
      </dsp:txBody>
      <dsp:txXfrm>
        <a:off x="3493264" y="205473"/>
        <a:ext cx="908775" cy="908775"/>
      </dsp:txXfrm>
    </dsp:sp>
    <dsp:sp modelId="{CD65C691-66D1-4137-B239-C0E4B1E63B12}">
      <dsp:nvSpPr>
        <dsp:cNvPr id="0" name=""/>
        <dsp:cNvSpPr/>
      </dsp:nvSpPr>
      <dsp:spPr>
        <a:xfrm>
          <a:off x="4590253" y="2318180"/>
          <a:ext cx="387765" cy="29300"/>
        </a:xfrm>
        <a:custGeom>
          <a:avLst/>
          <a:gdLst/>
          <a:ahLst/>
          <a:cxnLst/>
          <a:rect l="0" t="0" r="0" b="0"/>
          <a:pathLst>
            <a:path>
              <a:moveTo>
                <a:pt x="0" y="14650"/>
              </a:moveTo>
              <a:lnTo>
                <a:pt x="387765" y="146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774442" y="2323136"/>
        <a:ext cx="19388" cy="19388"/>
      </dsp:txXfrm>
    </dsp:sp>
    <dsp:sp modelId="{1FA550B3-D343-4619-BF19-89C3CC865523}">
      <dsp:nvSpPr>
        <dsp:cNvPr id="0" name=""/>
        <dsp:cNvSpPr/>
      </dsp:nvSpPr>
      <dsp:spPr>
        <a:xfrm>
          <a:off x="4978019" y="1690229"/>
          <a:ext cx="1285203" cy="128520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Distance Closing</a:t>
          </a:r>
        </a:p>
      </dsp:txBody>
      <dsp:txXfrm>
        <a:off x="5166233" y="1878443"/>
        <a:ext cx="908775" cy="908775"/>
      </dsp:txXfrm>
    </dsp:sp>
    <dsp:sp modelId="{89759193-B0D6-4849-8814-E23F26BACCAD}">
      <dsp:nvSpPr>
        <dsp:cNvPr id="0" name=""/>
        <dsp:cNvSpPr/>
      </dsp:nvSpPr>
      <dsp:spPr>
        <a:xfrm rot="5400000">
          <a:off x="3753769" y="3154665"/>
          <a:ext cx="387765" cy="29300"/>
        </a:xfrm>
        <a:custGeom>
          <a:avLst/>
          <a:gdLst/>
          <a:ahLst/>
          <a:cxnLst/>
          <a:rect l="0" t="0" r="0" b="0"/>
          <a:pathLst>
            <a:path>
              <a:moveTo>
                <a:pt x="0" y="14650"/>
              </a:moveTo>
              <a:lnTo>
                <a:pt x="387765" y="146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937957" y="3159621"/>
        <a:ext cx="19388" cy="19388"/>
      </dsp:txXfrm>
    </dsp:sp>
    <dsp:sp modelId="{3F087884-374C-4D52-8552-DA45FDFC020C}">
      <dsp:nvSpPr>
        <dsp:cNvPr id="0" name=""/>
        <dsp:cNvSpPr/>
      </dsp:nvSpPr>
      <dsp:spPr>
        <a:xfrm>
          <a:off x="3305050" y="3363198"/>
          <a:ext cx="1285203" cy="128520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Temporal Persistence</a:t>
          </a:r>
        </a:p>
      </dsp:txBody>
      <dsp:txXfrm>
        <a:off x="3493264" y="3551412"/>
        <a:ext cx="908775" cy="908775"/>
      </dsp:txXfrm>
    </dsp:sp>
    <dsp:sp modelId="{64C044F2-F416-405F-A647-DCE3BCDDA14B}">
      <dsp:nvSpPr>
        <dsp:cNvPr id="0" name=""/>
        <dsp:cNvSpPr/>
      </dsp:nvSpPr>
      <dsp:spPr>
        <a:xfrm rot="10800000">
          <a:off x="2917284" y="2318180"/>
          <a:ext cx="387765" cy="29300"/>
        </a:xfrm>
        <a:custGeom>
          <a:avLst/>
          <a:gdLst/>
          <a:ahLst/>
          <a:cxnLst/>
          <a:rect l="0" t="0" r="0" b="0"/>
          <a:pathLst>
            <a:path>
              <a:moveTo>
                <a:pt x="0" y="14650"/>
              </a:moveTo>
              <a:lnTo>
                <a:pt x="387765" y="146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3101473" y="2323136"/>
        <a:ext cx="19388" cy="19388"/>
      </dsp:txXfrm>
    </dsp:sp>
    <dsp:sp modelId="{FCC57CD3-CE7B-46A0-96A8-2231731B09E5}">
      <dsp:nvSpPr>
        <dsp:cNvPr id="0" name=""/>
        <dsp:cNvSpPr/>
      </dsp:nvSpPr>
      <dsp:spPr>
        <a:xfrm>
          <a:off x="1632080" y="1690229"/>
          <a:ext cx="1285203" cy="128520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Movement Direction </a:t>
          </a:r>
        </a:p>
      </dsp:txBody>
      <dsp:txXfrm>
        <a:off x="1820294" y="1878443"/>
        <a:ext cx="908775" cy="9087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FC31FA-C3B9-48BF-A47E-DE5963D35DFE}">
      <dsp:nvSpPr>
        <dsp:cNvPr id="0" name=""/>
        <dsp:cNvSpPr/>
      </dsp:nvSpPr>
      <dsp:spPr>
        <a:xfrm>
          <a:off x="1464027" y="1345996"/>
          <a:ext cx="2087126" cy="2072683"/>
        </a:xfrm>
        <a:prstGeom prst="ellips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b="1" kern="1200" dirty="0"/>
            <a:t>Composite Press Score</a:t>
          </a:r>
        </a:p>
      </dsp:txBody>
      <dsp:txXfrm>
        <a:off x="1769680" y="1649533"/>
        <a:ext cx="1475820" cy="1465609"/>
      </dsp:txXfrm>
    </dsp:sp>
    <dsp:sp modelId="{CE735A83-EA8A-4BA9-A3E4-7A6447068F5C}">
      <dsp:nvSpPr>
        <dsp:cNvPr id="0" name=""/>
        <dsp:cNvSpPr/>
      </dsp:nvSpPr>
      <dsp:spPr>
        <a:xfrm rot="13048931">
          <a:off x="561353" y="1140211"/>
          <a:ext cx="1188030" cy="410395"/>
        </a:xfrm>
        <a:prstGeom prst="lef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AADA09-13CC-47F7-B3D4-838B07DDD638}">
      <dsp:nvSpPr>
        <dsp:cNvPr id="0" name=""/>
        <dsp:cNvSpPr/>
      </dsp:nvSpPr>
      <dsp:spPr>
        <a:xfrm>
          <a:off x="0" y="650263"/>
          <a:ext cx="1367984" cy="667357"/>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Outcome</a:t>
          </a:r>
        </a:p>
      </dsp:txBody>
      <dsp:txXfrm>
        <a:off x="19546" y="669809"/>
        <a:ext cx="1328892" cy="628265"/>
      </dsp:txXfrm>
    </dsp:sp>
    <dsp:sp modelId="{D170F7A2-FDD0-486E-ABBB-0002A7687AD2}">
      <dsp:nvSpPr>
        <dsp:cNvPr id="0" name=""/>
        <dsp:cNvSpPr/>
      </dsp:nvSpPr>
      <dsp:spPr>
        <a:xfrm rot="16200000">
          <a:off x="2018051" y="594275"/>
          <a:ext cx="979078" cy="410395"/>
        </a:xfrm>
        <a:prstGeom prst="lef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A07830-23E7-48B8-83BE-8262528B708A}">
      <dsp:nvSpPr>
        <dsp:cNvPr id="0" name=""/>
        <dsp:cNvSpPr/>
      </dsp:nvSpPr>
      <dsp:spPr>
        <a:xfrm>
          <a:off x="1898741" y="-79087"/>
          <a:ext cx="1217697" cy="77804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Defender Proximity</a:t>
          </a:r>
        </a:p>
      </dsp:txBody>
      <dsp:txXfrm>
        <a:off x="1921529" y="-56299"/>
        <a:ext cx="1172121" cy="732467"/>
      </dsp:txXfrm>
    </dsp:sp>
    <dsp:sp modelId="{DB4EA5C5-DE6C-4977-9435-34144295523D}">
      <dsp:nvSpPr>
        <dsp:cNvPr id="0" name=""/>
        <dsp:cNvSpPr/>
      </dsp:nvSpPr>
      <dsp:spPr>
        <a:xfrm rot="19170708">
          <a:off x="3220745" y="1126049"/>
          <a:ext cx="1036055" cy="410395"/>
        </a:xfrm>
        <a:prstGeom prst="lef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07E034-A8EB-469D-8D31-350406988F67}">
      <dsp:nvSpPr>
        <dsp:cNvPr id="0" name=""/>
        <dsp:cNvSpPr/>
      </dsp:nvSpPr>
      <dsp:spPr>
        <a:xfrm>
          <a:off x="3546175" y="691197"/>
          <a:ext cx="1173156" cy="60739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35000"/>
            </a:spcAft>
            <a:buNone/>
          </a:pPr>
          <a:r>
            <a:rPr lang="en-GB" sz="2200" kern="1200" dirty="0"/>
            <a:t>Duration</a:t>
          </a:r>
        </a:p>
      </dsp:txBody>
      <dsp:txXfrm>
        <a:off x="3563965" y="708987"/>
        <a:ext cx="1137576" cy="57181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49C67E-8605-4626-9661-EE73D4F177FB}" type="datetimeFigureOut">
              <a:rPr lang="en-GB" smtClean="0"/>
              <a:t>17/06/2026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8C366-3715-45EB-A6DF-5DD5D5CF6C8D}" type="slidenum">
              <a:rPr lang="en-GB" smtClean="0"/>
              <a:t>‹#›</a:t>
            </a:fld>
            <a:endParaRPr lang="en-GB"/>
          </a:p>
        </p:txBody>
      </p:sp>
    </p:spTree>
    <p:extLst>
      <p:ext uri="{BB962C8B-B14F-4D97-AF65-F5344CB8AC3E}">
        <p14:creationId xmlns:p14="http://schemas.microsoft.com/office/powerpoint/2010/main" val="589845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Recent advances in optical tracking technology have made large volumes of spatiotemporal football data available. While these datasets capture player and ball positions at high frequency, they do not directly describe tactical behaviours. Instead, tactical concepts such as pressing must be inferred from movement patterns, spatial relationships and game context. High pressing is particularly challenging because it is continuous, coordinated and highly dependent on possession state. This motivated the development of a framework capable of transforming raw tracking and event data into interpretable behavioural analytics.</a:t>
            </a:r>
          </a:p>
        </p:txBody>
      </p:sp>
      <p:sp>
        <p:nvSpPr>
          <p:cNvPr id="4" name="Slide Number Placeholder 3"/>
          <p:cNvSpPr>
            <a:spLocks noGrp="1"/>
          </p:cNvSpPr>
          <p:nvPr>
            <p:ph type="sldNum" sz="quarter" idx="5"/>
          </p:nvPr>
        </p:nvSpPr>
        <p:spPr/>
        <p:txBody>
          <a:bodyPr/>
          <a:lstStyle/>
          <a:p>
            <a:fld id="{91C8C366-3715-45EB-A6DF-5DD5D5CF6C8D}" type="slidenum">
              <a:rPr lang="en-GB" smtClean="0"/>
              <a:t>2</a:t>
            </a:fld>
            <a:endParaRPr lang="en-GB"/>
          </a:p>
        </p:txBody>
      </p:sp>
    </p:spTree>
    <p:extLst>
      <p:ext uri="{BB962C8B-B14F-4D97-AF65-F5344CB8AC3E}">
        <p14:creationId xmlns:p14="http://schemas.microsoft.com/office/powerpoint/2010/main" val="2645488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overall goal of this thesis was to develop a context-aware framework capable of detecting and evaluating settled high pressing from synchronized tracking and event data. To achieve this, the project was structured around four main contributions. First, integrating multiple heterogeneous data sources into a common analytical representation. Second, constructing contextual match states that are not explicitly available in the raw data, such as possession and valid pressing contexts. Third, modelling pressing as temporally connected sequences rather than isolated moments. Finally, evaluating those sequences through outcome classification and an interpretable scoring framework.</a:t>
            </a:r>
          </a:p>
        </p:txBody>
      </p:sp>
      <p:sp>
        <p:nvSpPr>
          <p:cNvPr id="4" name="Slide Number Placeholder 3"/>
          <p:cNvSpPr>
            <a:spLocks noGrp="1"/>
          </p:cNvSpPr>
          <p:nvPr>
            <p:ph type="sldNum" sz="quarter" idx="5"/>
          </p:nvPr>
        </p:nvSpPr>
        <p:spPr/>
        <p:txBody>
          <a:bodyPr/>
          <a:lstStyle/>
          <a:p>
            <a:fld id="{91C8C366-3715-45EB-A6DF-5DD5D5CF6C8D}" type="slidenum">
              <a:rPr lang="en-GB" smtClean="0"/>
              <a:t>3</a:t>
            </a:fld>
            <a:endParaRPr lang="en-GB"/>
          </a:p>
        </p:txBody>
      </p:sp>
    </p:spTree>
    <p:extLst>
      <p:ext uri="{BB962C8B-B14F-4D97-AF65-F5344CB8AC3E}">
        <p14:creationId xmlns:p14="http://schemas.microsoft.com/office/powerpoint/2010/main" val="3984216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framework combines four complementary sources of information. The tracking data provide continuous player and ball positions at 25 frames per second and form the primary analytical input. Event data supply contextual information such as passes, shots and stoppages. Metadata provide information including attacking direction and match periods, while video footage is used for qualitative validation of detected pressing sequences. Together, these sources provide the foundation for the sequence-based pressing analysis framework.</a:t>
            </a:r>
          </a:p>
        </p:txBody>
      </p:sp>
      <p:sp>
        <p:nvSpPr>
          <p:cNvPr id="4" name="Slide Number Placeholder 3"/>
          <p:cNvSpPr>
            <a:spLocks noGrp="1"/>
          </p:cNvSpPr>
          <p:nvPr>
            <p:ph type="sldNum" sz="quarter" idx="5"/>
          </p:nvPr>
        </p:nvSpPr>
        <p:spPr/>
        <p:txBody>
          <a:bodyPr/>
          <a:lstStyle/>
          <a:p>
            <a:fld id="{91C8C366-3715-45EB-A6DF-5DD5D5CF6C8D}" type="slidenum">
              <a:rPr lang="en-GB" smtClean="0"/>
              <a:t>4</a:t>
            </a:fld>
            <a:endParaRPr lang="en-GB"/>
          </a:p>
        </p:txBody>
      </p:sp>
    </p:spTree>
    <p:extLst>
      <p:ext uri="{BB962C8B-B14F-4D97-AF65-F5344CB8AC3E}">
        <p14:creationId xmlns:p14="http://schemas.microsoft.com/office/powerpoint/2010/main" val="1850808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Although the dataset is rich, analysing pressing is not straightforward. First, the information comes from multiple heterogeneous sources that need to be combined. Second, the raw data contain positions but not the tactical concepts required for analysis, such as possession or pressing. Third, pressing is inherently continuous and develops over time rather than at isolated moments. Finally, there is no obvious point at which a pressing sequence begins or ends. These challenges motivated the design of the analytical framework that I'll present next.</a:t>
            </a:r>
          </a:p>
        </p:txBody>
      </p:sp>
      <p:sp>
        <p:nvSpPr>
          <p:cNvPr id="4" name="Slide Number Placeholder 3"/>
          <p:cNvSpPr>
            <a:spLocks noGrp="1"/>
          </p:cNvSpPr>
          <p:nvPr>
            <p:ph type="sldNum" sz="quarter" idx="5"/>
          </p:nvPr>
        </p:nvSpPr>
        <p:spPr/>
        <p:txBody>
          <a:bodyPr/>
          <a:lstStyle/>
          <a:p>
            <a:fld id="{91C8C366-3715-45EB-A6DF-5DD5D5CF6C8D}" type="slidenum">
              <a:rPr lang="en-GB" smtClean="0"/>
              <a:t>5</a:t>
            </a:fld>
            <a:endParaRPr lang="en-GB"/>
          </a:p>
        </p:txBody>
      </p:sp>
    </p:spTree>
    <p:extLst>
      <p:ext uri="{BB962C8B-B14F-4D97-AF65-F5344CB8AC3E}">
        <p14:creationId xmlns:p14="http://schemas.microsoft.com/office/powerpoint/2010/main" val="2330199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address the analytical challenges discussed on the previous slide, I developed a Sequence-Based Pressing Analysis Framework. The framework transforms raw football data into interpretable pressing sequences through a series of analytical stages. It begins with raw tracking, event, and metadata, which are integrated into a common analytical representation. Contextual information such as possession and valid pressing states is then constructed before any pressing analysis takes place. Once the match context has been established, the framework detects individual pressing behaviour, aggregates it into continuous pressing sequences, and finally evaluates each sequence according to its tactical outcome. The following part of the presentation examines each of these stages in more detail.</a:t>
            </a:r>
          </a:p>
        </p:txBody>
      </p:sp>
      <p:sp>
        <p:nvSpPr>
          <p:cNvPr id="4" name="Slide Number Placeholder 3"/>
          <p:cNvSpPr>
            <a:spLocks noGrp="1"/>
          </p:cNvSpPr>
          <p:nvPr>
            <p:ph type="sldNum" sz="quarter" idx="5"/>
          </p:nvPr>
        </p:nvSpPr>
        <p:spPr/>
        <p:txBody>
          <a:bodyPr/>
          <a:lstStyle/>
          <a:p>
            <a:fld id="{91C8C366-3715-45EB-A6DF-5DD5D5CF6C8D}" type="slidenum">
              <a:rPr lang="en-GB" smtClean="0"/>
              <a:t>6</a:t>
            </a:fld>
            <a:endParaRPr lang="en-GB"/>
          </a:p>
        </p:txBody>
      </p:sp>
    </p:spTree>
    <p:extLst>
      <p:ext uri="{BB962C8B-B14F-4D97-AF65-F5344CB8AC3E}">
        <p14:creationId xmlns:p14="http://schemas.microsoft.com/office/powerpoint/2010/main" val="5819345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stage of the framework is data integration. Although the tracking and event datasets describe the same football match, they originate from independent recording systems and therefore cannot be analysed together directly. The framework first performs temporal synchronization, aligning event timestamps with tracking frames using the </a:t>
            </a:r>
            <a:r>
              <a:rPr lang="en-GB" dirty="0" err="1"/>
              <a:t>kickoff</a:t>
            </a:r>
            <a:r>
              <a:rPr lang="en-GB" dirty="0"/>
              <a:t> as a global reference and local event matching for greater precision. The integrated data are then cleaned and standardized to ensure consistent coordinate representation and efficient frame-level processing. The result is a unified frame-level representation that forms the foundation for all subsequent stages of the framework.</a:t>
            </a:r>
          </a:p>
          <a:p>
            <a:endParaRPr lang="en-GB" dirty="0"/>
          </a:p>
          <a:p>
            <a:r>
              <a:rPr lang="en-GB" dirty="0"/>
              <a:t>Once the datasets have been integrated into a common representation, the next challenge is that they still do not explicitly contain the tactical concepts required for pressing analysis. The framework therefore constructs these contextual states before attempting to detect pressing behaviour.</a:t>
            </a:r>
          </a:p>
        </p:txBody>
      </p:sp>
      <p:sp>
        <p:nvSpPr>
          <p:cNvPr id="4" name="Slide Number Placeholder 3"/>
          <p:cNvSpPr>
            <a:spLocks noGrp="1"/>
          </p:cNvSpPr>
          <p:nvPr>
            <p:ph type="sldNum" sz="quarter" idx="5"/>
          </p:nvPr>
        </p:nvSpPr>
        <p:spPr/>
        <p:txBody>
          <a:bodyPr/>
          <a:lstStyle/>
          <a:p>
            <a:fld id="{91C8C366-3715-45EB-A6DF-5DD5D5CF6C8D}" type="slidenum">
              <a:rPr lang="en-GB" smtClean="0"/>
              <a:t>7</a:t>
            </a:fld>
            <a:endParaRPr lang="en-GB"/>
          </a:p>
        </p:txBody>
      </p:sp>
    </p:spTree>
    <p:extLst>
      <p:ext uri="{BB962C8B-B14F-4D97-AF65-F5344CB8AC3E}">
        <p14:creationId xmlns:p14="http://schemas.microsoft.com/office/powerpoint/2010/main" val="3433335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After integrating the different data sources, the framework still cannot identify pressing directly because the raw data do not contain the tactical context required for behavioural analysis. At this stage, the framework begins constructing that context.</a:t>
            </a:r>
          </a:p>
          <a:p>
            <a:r>
              <a:rPr lang="en-GB" dirty="0"/>
              <a:t>The first step is to establish the </a:t>
            </a:r>
            <a:r>
              <a:rPr lang="en-GB" b="1" dirty="0"/>
              <a:t>possession context</a:t>
            </a:r>
            <a:r>
              <a:rPr lang="en-GB" dirty="0"/>
              <a:t>. Using the positional tracking data, the framework identifies the active ball carrier and determines which team is in possession. During passing phases, where the ball may temporarily have no clear owner, an anticipated possession mechanism is used to maintain continuity until the receiving player gains control.</a:t>
            </a:r>
          </a:p>
          <a:p>
            <a:r>
              <a:rPr lang="en-GB" dirty="0"/>
              <a:t>Next, the framework establishes the </a:t>
            </a:r>
            <a:r>
              <a:rPr lang="en-GB" b="1" dirty="0"/>
              <a:t>spatial context</a:t>
            </a:r>
            <a:r>
              <a:rPr lang="en-GB" dirty="0"/>
              <a:t>. This combines information from the match metadata, such as attacking direction, with the predefined pressing zone developed earlier in the framework. Together, these determine whether play is occurring in an area where settled high pressing is tactically meaningful.</a:t>
            </a:r>
          </a:p>
          <a:p>
            <a:r>
              <a:rPr lang="en-GB" dirty="0"/>
              <a:t>The framework also evaluates the </a:t>
            </a:r>
            <a:r>
              <a:rPr lang="en-GB" b="1" dirty="0"/>
              <a:t>ball state</a:t>
            </a:r>
            <a:r>
              <a:rPr lang="en-GB" dirty="0"/>
              <a:t>. Grounded possession and aerial situations represent fundamentally different tactical contexts. Since the focus of this thesis is settled high pressing, aerial balls and other unstable situations are excluded from further analysis.</a:t>
            </a:r>
          </a:p>
          <a:p>
            <a:r>
              <a:rPr lang="en-GB" dirty="0"/>
              <a:t>Finally, these contextual components are combined to determine whether the current frame represents a </a:t>
            </a:r>
            <a:r>
              <a:rPr lang="en-GB" b="1" dirty="0"/>
              <a:t>valid pressing context</a:t>
            </a:r>
            <a:r>
              <a:rPr lang="en-GB" dirty="0"/>
              <a:t>. Only frames satisfying all contextual conditions are passed to the behavioural detection stage.</a:t>
            </a:r>
          </a:p>
          <a:p>
            <a:r>
              <a:rPr lang="en-GB" dirty="0"/>
              <a:t>An important idea throughout this framework is that </a:t>
            </a:r>
            <a:r>
              <a:rPr lang="en-GB" b="1" dirty="0"/>
              <a:t>context is constructed rather than directly observed</a:t>
            </a:r>
            <a:r>
              <a:rPr lang="en-GB" dirty="0"/>
              <a:t>. While the datasets provide player positions, events, and metadata, the tactical concepts required for pressing analysis must first be inferred or assembled before meaningful behavioural analysis becomes possible.</a:t>
            </a:r>
          </a:p>
          <a:p>
            <a:endParaRPr lang="en-GB" dirty="0"/>
          </a:p>
          <a:p>
            <a:r>
              <a:rPr lang="en-GB" dirty="0"/>
              <a:t>An important idea throughout this framework is that context is constructed rather than directly observed.</a:t>
            </a:r>
          </a:p>
        </p:txBody>
      </p:sp>
      <p:sp>
        <p:nvSpPr>
          <p:cNvPr id="4" name="Slide Number Placeholder 3"/>
          <p:cNvSpPr>
            <a:spLocks noGrp="1"/>
          </p:cNvSpPr>
          <p:nvPr>
            <p:ph type="sldNum" sz="quarter" idx="5"/>
          </p:nvPr>
        </p:nvSpPr>
        <p:spPr/>
        <p:txBody>
          <a:bodyPr/>
          <a:lstStyle/>
          <a:p>
            <a:fld id="{91C8C366-3715-45EB-A6DF-5DD5D5CF6C8D}" type="slidenum">
              <a:rPr lang="en-GB" smtClean="0"/>
              <a:t>8</a:t>
            </a:fld>
            <a:endParaRPr lang="en-GB"/>
          </a:p>
        </p:txBody>
      </p:sp>
    </p:spTree>
    <p:extLst>
      <p:ext uri="{BB962C8B-B14F-4D97-AF65-F5344CB8AC3E}">
        <p14:creationId xmlns:p14="http://schemas.microsoft.com/office/powerpoint/2010/main" val="242963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a valid pressing context has been established, the framework evaluates the behaviour of each defender. Rather than relying on a single condition, pressing is identified through a combination of behavioural indicators. First, the defender must exhibit sufficient </a:t>
            </a:r>
            <a:r>
              <a:rPr lang="en-GB" b="1" dirty="0"/>
              <a:t>movement intensity</a:t>
            </a:r>
            <a:r>
              <a:rPr lang="en-GB" dirty="0"/>
              <a:t>, indicating an active attempt to press rather than ordinary positional movement. Second, the defender's movement must be directed towards the current ball carrier or anticipated receiver. Third, the defender must actively reduce the distance to the target. Finally, these behaviours must persist across multiple consecutive frames. Only when all of these conditions are satisfied is an individual pressing run detected.</a:t>
            </a:r>
          </a:p>
          <a:p>
            <a:endParaRPr lang="en-GB" dirty="0"/>
          </a:p>
          <a:p>
            <a:r>
              <a:rPr lang="en-GB" dirty="0"/>
              <a:t>No single indicator is sufficient to identify pressing on its own. Instead, the framework combines multiple behavioural cues to reduce false positives and better represent purposeful defensive actions.</a:t>
            </a:r>
          </a:p>
          <a:p>
            <a:endParaRPr lang="en-GB" dirty="0"/>
          </a:p>
        </p:txBody>
      </p:sp>
      <p:sp>
        <p:nvSpPr>
          <p:cNvPr id="4" name="Slide Number Placeholder 3"/>
          <p:cNvSpPr>
            <a:spLocks noGrp="1"/>
          </p:cNvSpPr>
          <p:nvPr>
            <p:ph type="sldNum" sz="quarter" idx="5"/>
          </p:nvPr>
        </p:nvSpPr>
        <p:spPr/>
        <p:txBody>
          <a:bodyPr/>
          <a:lstStyle/>
          <a:p>
            <a:fld id="{91C8C366-3715-45EB-A6DF-5DD5D5CF6C8D}" type="slidenum">
              <a:rPr lang="en-GB" smtClean="0"/>
              <a:t>9</a:t>
            </a:fld>
            <a:endParaRPr lang="en-GB"/>
          </a:p>
        </p:txBody>
      </p:sp>
    </p:spTree>
    <p:extLst>
      <p:ext uri="{BB962C8B-B14F-4D97-AF65-F5344CB8AC3E}">
        <p14:creationId xmlns:p14="http://schemas.microsoft.com/office/powerpoint/2010/main" val="713679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individual pressing runs have been detected, the framework groups them into temporally continuous pressing sequences. Every sequence follows a simple lifecycle.</a:t>
            </a:r>
          </a:p>
          <a:p>
            <a:r>
              <a:rPr lang="en-GB" dirty="0"/>
              <a:t>A sequence is initialized when the first valid pressing run occurs within a valid pressing context. From that point onwards, the framework attempts to preserve tactical continuity. Rather than terminating the sequence immediately when pressure briefly disappears, it allows normal passing phases and short interruptions through continuity mechanisms such as anticipated possession and grace periods.</a:t>
            </a:r>
          </a:p>
          <a:p>
            <a:r>
              <a:rPr lang="en-GB" dirty="0"/>
              <a:t>Finally, the sequence is terminated when the surrounding tactical context is no longer valid. This may occur following a possession change, an aerial ball, progression beyond the pressing zone, or a prolonged absence of active pressure.</a:t>
            </a:r>
          </a:p>
          <a:p>
            <a:r>
              <a:rPr lang="en-GB" dirty="0"/>
              <a:t>By modelling this complete lifecycle, the framework represents pressing as a continuous tactical process rather than a collection of independent moments.</a:t>
            </a:r>
          </a:p>
          <a:p>
            <a:endParaRPr lang="en-GB" dirty="0"/>
          </a:p>
        </p:txBody>
      </p:sp>
      <p:sp>
        <p:nvSpPr>
          <p:cNvPr id="4" name="Slide Number Placeholder 3"/>
          <p:cNvSpPr>
            <a:spLocks noGrp="1"/>
          </p:cNvSpPr>
          <p:nvPr>
            <p:ph type="sldNum" sz="quarter" idx="5"/>
          </p:nvPr>
        </p:nvSpPr>
        <p:spPr/>
        <p:txBody>
          <a:bodyPr/>
          <a:lstStyle/>
          <a:p>
            <a:fld id="{91C8C366-3715-45EB-A6DF-5DD5D5CF6C8D}" type="slidenum">
              <a:rPr lang="en-GB" smtClean="0"/>
              <a:t>10</a:t>
            </a:fld>
            <a:endParaRPr lang="en-GB"/>
          </a:p>
        </p:txBody>
      </p:sp>
    </p:spTree>
    <p:extLst>
      <p:ext uri="{BB962C8B-B14F-4D97-AF65-F5344CB8AC3E}">
        <p14:creationId xmlns:p14="http://schemas.microsoft.com/office/powerpoint/2010/main" val="1238812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are individual pressing runs transformed into meaningful pressing sequences?</a:t>
            </a:r>
          </a:p>
          <a:p>
            <a:endParaRPr lang="en-GB" dirty="0"/>
          </a:p>
          <a:p>
            <a:endParaRPr lang="en-GB" dirty="0"/>
          </a:p>
        </p:txBody>
      </p:sp>
      <p:sp>
        <p:nvSpPr>
          <p:cNvPr id="4" name="Slide Number Placeholder 3"/>
          <p:cNvSpPr>
            <a:spLocks noGrp="1"/>
          </p:cNvSpPr>
          <p:nvPr>
            <p:ph type="sldNum" sz="quarter" idx="5"/>
          </p:nvPr>
        </p:nvSpPr>
        <p:spPr/>
        <p:txBody>
          <a:bodyPr/>
          <a:lstStyle/>
          <a:p>
            <a:fld id="{91C8C366-3715-45EB-A6DF-5DD5D5CF6C8D}" type="slidenum">
              <a:rPr lang="en-GB" smtClean="0"/>
              <a:t>11</a:t>
            </a:fld>
            <a:endParaRPr lang="en-GB"/>
          </a:p>
        </p:txBody>
      </p:sp>
    </p:spTree>
    <p:extLst>
      <p:ext uri="{BB962C8B-B14F-4D97-AF65-F5344CB8AC3E}">
        <p14:creationId xmlns:p14="http://schemas.microsoft.com/office/powerpoint/2010/main" val="4091382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Outcome has the highest weighting.</a:t>
            </a:r>
          </a:p>
          <a:p>
            <a:endParaRPr lang="en-GB" dirty="0"/>
          </a:p>
          <a:p>
            <a:r>
              <a:rPr lang="en-GB" dirty="0"/>
              <a:t>Once a pressing sequence has been identified, the final stage of the framework is to evaluate its effectiveness. The framework first classifies each sequence according to its tactical outcome. Rather than considering only possession regains, it distinguishes between positive, neutral, and negative outcomes. Positive outcomes include situations such as regaining possession, forcing clearances, or restricting the opponent's progression. Conversely, unsuccessful sequences are those where the opposition successfully bypasses the press or creates dangerous attacking opportunities.</a:t>
            </a:r>
          </a:p>
          <a:p>
            <a:r>
              <a:rPr lang="en-GB" dirty="0"/>
              <a:t>In addition to this categorical classification, each sequence is assigned a composite press score. This score combines the tactical outcome with behavioural characteristics such as sequence duration and defender-target proximity. However, tactical outcome is intentionally given the greatest influence, ensuring that the evaluation reflects the practical effectiveness of the press rather than simply its duration or intensity.</a:t>
            </a:r>
          </a:p>
          <a:p>
            <a:endParaRPr lang="en-GB" dirty="0"/>
          </a:p>
          <a:p>
            <a:r>
              <a:rPr lang="en-GB" dirty="0"/>
              <a:t>Having presented the complete analytical framework, I'll now show how it performed when applied to professional match data.</a:t>
            </a:r>
          </a:p>
          <a:p>
            <a:endParaRPr lang="en-GB" dirty="0"/>
          </a:p>
        </p:txBody>
      </p:sp>
      <p:sp>
        <p:nvSpPr>
          <p:cNvPr id="4" name="Slide Number Placeholder 3"/>
          <p:cNvSpPr>
            <a:spLocks noGrp="1"/>
          </p:cNvSpPr>
          <p:nvPr>
            <p:ph type="sldNum" sz="quarter" idx="5"/>
          </p:nvPr>
        </p:nvSpPr>
        <p:spPr/>
        <p:txBody>
          <a:bodyPr/>
          <a:lstStyle/>
          <a:p>
            <a:fld id="{91C8C366-3715-45EB-A6DF-5DD5D5CF6C8D}" type="slidenum">
              <a:rPr lang="en-GB" smtClean="0"/>
              <a:t>12</a:t>
            </a:fld>
            <a:endParaRPr lang="en-GB"/>
          </a:p>
        </p:txBody>
      </p:sp>
    </p:spTree>
    <p:extLst>
      <p:ext uri="{BB962C8B-B14F-4D97-AF65-F5344CB8AC3E}">
        <p14:creationId xmlns:p14="http://schemas.microsoft.com/office/powerpoint/2010/main" val="2980525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evaluate the framework, I first examined the spatial distribution of detected pressing sequences. The heatmap shows the locations where pressing sequences were initiated across the analysed match. Most detections occur within advanced defensive areas, consistent with the intended definition of settled high pressing. This provides an initial indication that the contextual filtering and behavioural detection stages are identifying tactically plausible pressing situations.</a:t>
            </a:r>
          </a:p>
        </p:txBody>
      </p:sp>
      <p:sp>
        <p:nvSpPr>
          <p:cNvPr id="4" name="Slide Number Placeholder 3"/>
          <p:cNvSpPr>
            <a:spLocks noGrp="1"/>
          </p:cNvSpPr>
          <p:nvPr>
            <p:ph type="sldNum" sz="quarter" idx="5"/>
          </p:nvPr>
        </p:nvSpPr>
        <p:spPr/>
        <p:txBody>
          <a:bodyPr/>
          <a:lstStyle/>
          <a:p>
            <a:fld id="{91C8C366-3715-45EB-A6DF-5DD5D5CF6C8D}" type="slidenum">
              <a:rPr lang="en-GB" smtClean="0"/>
              <a:t>13</a:t>
            </a:fld>
            <a:endParaRPr lang="en-GB"/>
          </a:p>
        </p:txBody>
      </p:sp>
    </p:spTree>
    <p:extLst>
      <p:ext uri="{BB962C8B-B14F-4D97-AF65-F5344CB8AC3E}">
        <p14:creationId xmlns:p14="http://schemas.microsoft.com/office/powerpoint/2010/main" val="2423678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97701-6514-A70F-E8B8-FA766B03B1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FA69C-D2F1-536A-ADEB-7BA9FB43C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81889-5D9C-5303-289D-795BA1DD3343}"/>
              </a:ext>
            </a:extLst>
          </p:cNvPr>
          <p:cNvSpPr>
            <a:spLocks noGrp="1"/>
          </p:cNvSpPr>
          <p:nvPr>
            <p:ph type="body" idx="1"/>
          </p:nvPr>
        </p:nvSpPr>
        <p:spPr/>
        <p:txBody>
          <a:bodyPr/>
          <a:lstStyle/>
          <a:p>
            <a:r>
              <a:rPr lang="en-GB" dirty="0"/>
              <a:t>The rolling press score provides a temporal view of the framework's output. Rather than evaluating isolated events, it reveals how defensive pressure evolves throughout the match. Peaks correspond to sustained periods of successful pressing, while quieter periods reflect reduced defensive engagement.</a:t>
            </a:r>
          </a:p>
        </p:txBody>
      </p:sp>
      <p:sp>
        <p:nvSpPr>
          <p:cNvPr id="4" name="Slide Number Placeholder 3">
            <a:extLst>
              <a:ext uri="{FF2B5EF4-FFF2-40B4-BE49-F238E27FC236}">
                <a16:creationId xmlns:a16="http://schemas.microsoft.com/office/drawing/2014/main" id="{D089C325-C219-7AEC-81E6-57288DAB91B4}"/>
              </a:ext>
            </a:extLst>
          </p:cNvPr>
          <p:cNvSpPr>
            <a:spLocks noGrp="1"/>
          </p:cNvSpPr>
          <p:nvPr>
            <p:ph type="sldNum" sz="quarter" idx="5"/>
          </p:nvPr>
        </p:nvSpPr>
        <p:spPr/>
        <p:txBody>
          <a:bodyPr/>
          <a:lstStyle/>
          <a:p>
            <a:fld id="{91C8C366-3715-45EB-A6DF-5DD5D5CF6C8D}" type="slidenum">
              <a:rPr lang="en-GB" smtClean="0"/>
              <a:t>14</a:t>
            </a:fld>
            <a:endParaRPr lang="en-GB"/>
          </a:p>
        </p:txBody>
      </p:sp>
    </p:spTree>
    <p:extLst>
      <p:ext uri="{BB962C8B-B14F-4D97-AF65-F5344CB8AC3E}">
        <p14:creationId xmlns:p14="http://schemas.microsoft.com/office/powerpoint/2010/main" val="300827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1C8C366-3715-45EB-A6DF-5DD5D5CF6C8D}" type="slidenum">
              <a:rPr lang="en-GB" smtClean="0"/>
              <a:t>15</a:t>
            </a:fld>
            <a:endParaRPr lang="en-GB"/>
          </a:p>
        </p:txBody>
      </p:sp>
    </p:spTree>
    <p:extLst>
      <p:ext uri="{BB962C8B-B14F-4D97-AF65-F5344CB8AC3E}">
        <p14:creationId xmlns:p14="http://schemas.microsoft.com/office/powerpoint/2010/main" val="2930161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look at it in a little more detail.</a:t>
            </a:r>
          </a:p>
        </p:txBody>
      </p:sp>
      <p:sp>
        <p:nvSpPr>
          <p:cNvPr id="4" name="Slide Number Placeholder 3"/>
          <p:cNvSpPr>
            <a:spLocks noGrp="1"/>
          </p:cNvSpPr>
          <p:nvPr>
            <p:ph type="sldNum" sz="quarter" idx="5"/>
          </p:nvPr>
        </p:nvSpPr>
        <p:spPr/>
        <p:txBody>
          <a:bodyPr/>
          <a:lstStyle/>
          <a:p>
            <a:fld id="{91C8C366-3715-45EB-A6DF-5DD5D5CF6C8D}" type="slidenum">
              <a:rPr lang="en-GB" smtClean="0"/>
              <a:t>16</a:t>
            </a:fld>
            <a:endParaRPr lang="en-GB"/>
          </a:p>
        </p:txBody>
      </p:sp>
    </p:spTree>
    <p:extLst>
      <p:ext uri="{BB962C8B-B14F-4D97-AF65-F5344CB8AC3E}">
        <p14:creationId xmlns:p14="http://schemas.microsoft.com/office/powerpoint/2010/main" val="893241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believe the framework has three main strengths. First, it explicitly constructs tactical context before attempting behavioural analysis. This reduces ambiguity and allows pressing to be interpreted within meaningful game situations. Second, it models pressing as continuous sequences rather than isolated moments, better reflecting how pressing develops during real matches. Finally, the framework combines detection with evaluation through outcome classification and press scoring, allowing both the occurrence and effectiveness of pressing to be analysed.</a:t>
            </a:r>
          </a:p>
        </p:txBody>
      </p:sp>
      <p:sp>
        <p:nvSpPr>
          <p:cNvPr id="4" name="Slide Number Placeholder 3"/>
          <p:cNvSpPr>
            <a:spLocks noGrp="1"/>
          </p:cNvSpPr>
          <p:nvPr>
            <p:ph type="sldNum" sz="quarter" idx="5"/>
          </p:nvPr>
        </p:nvSpPr>
        <p:spPr/>
        <p:txBody>
          <a:bodyPr/>
          <a:lstStyle/>
          <a:p>
            <a:fld id="{91C8C366-3715-45EB-A6DF-5DD5D5CF6C8D}" type="slidenum">
              <a:rPr lang="en-GB" smtClean="0"/>
              <a:t>17</a:t>
            </a:fld>
            <a:endParaRPr lang="en-GB"/>
          </a:p>
        </p:txBody>
      </p:sp>
    </p:spTree>
    <p:extLst>
      <p:ext uri="{BB962C8B-B14F-4D97-AF65-F5344CB8AC3E}">
        <p14:creationId xmlns:p14="http://schemas.microsoft.com/office/powerpoint/2010/main" val="2568982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Although the framework performed well in the evaluated match, several limitations remain. Football pressing is inherently continuous, making sequence boundaries difficult to define precisely. The framework also relies on manually selected parameters, meaning different settings may influence the detected sequences. Finally, the richness of the analysis depends on the available tracking and event data. Additional contextual information, such as explicit pressing triggers, could further improve the framework.</a:t>
            </a:r>
          </a:p>
        </p:txBody>
      </p:sp>
      <p:sp>
        <p:nvSpPr>
          <p:cNvPr id="4" name="Slide Number Placeholder 3"/>
          <p:cNvSpPr>
            <a:spLocks noGrp="1"/>
          </p:cNvSpPr>
          <p:nvPr>
            <p:ph type="sldNum" sz="quarter" idx="5"/>
          </p:nvPr>
        </p:nvSpPr>
        <p:spPr/>
        <p:txBody>
          <a:bodyPr/>
          <a:lstStyle/>
          <a:p>
            <a:fld id="{91C8C366-3715-45EB-A6DF-5DD5D5CF6C8D}" type="slidenum">
              <a:rPr lang="en-GB" smtClean="0"/>
              <a:t>18</a:t>
            </a:fld>
            <a:endParaRPr lang="en-GB"/>
          </a:p>
        </p:txBody>
      </p:sp>
    </p:spTree>
    <p:extLst>
      <p:ext uri="{BB962C8B-B14F-4D97-AF65-F5344CB8AC3E}">
        <p14:creationId xmlns:p14="http://schemas.microsoft.com/office/powerpoint/2010/main" val="2639354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Several opportunities exist for extending the framework. Adaptive temporal modelling could replace fixed continuity thresholds. Additional contextual features, such as formation structure or passing-lane accessibility, may improve tactical interpretation. Finally, evaluating the framework across multiple teams and matches would provide a stronger assessment of its robustness and generalisability.</a:t>
            </a:r>
          </a:p>
        </p:txBody>
      </p:sp>
      <p:sp>
        <p:nvSpPr>
          <p:cNvPr id="4" name="Slide Number Placeholder 3"/>
          <p:cNvSpPr>
            <a:spLocks noGrp="1"/>
          </p:cNvSpPr>
          <p:nvPr>
            <p:ph type="sldNum" sz="quarter" idx="5"/>
          </p:nvPr>
        </p:nvSpPr>
        <p:spPr/>
        <p:txBody>
          <a:bodyPr/>
          <a:lstStyle/>
          <a:p>
            <a:fld id="{91C8C366-3715-45EB-A6DF-5DD5D5CF6C8D}" type="slidenum">
              <a:rPr lang="en-GB" smtClean="0"/>
              <a:t>19</a:t>
            </a:fld>
            <a:endParaRPr lang="en-GB"/>
          </a:p>
        </p:txBody>
      </p:sp>
    </p:spTree>
    <p:extLst>
      <p:ext uri="{BB962C8B-B14F-4D97-AF65-F5344CB8AC3E}">
        <p14:creationId xmlns:p14="http://schemas.microsoft.com/office/powerpoint/2010/main" val="406544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Ultimately, this work demonstrates how raw spatiotemporal observations can be transformed into meaningful behavioural representations through context-aware sequence modelling.</a:t>
            </a:r>
          </a:p>
        </p:txBody>
      </p:sp>
      <p:sp>
        <p:nvSpPr>
          <p:cNvPr id="4" name="Slide Number Placeholder 3"/>
          <p:cNvSpPr>
            <a:spLocks noGrp="1"/>
          </p:cNvSpPr>
          <p:nvPr>
            <p:ph type="sldNum" sz="quarter" idx="5"/>
          </p:nvPr>
        </p:nvSpPr>
        <p:spPr/>
        <p:txBody>
          <a:bodyPr/>
          <a:lstStyle/>
          <a:p>
            <a:fld id="{91C8C366-3715-45EB-A6DF-5DD5D5CF6C8D}" type="slidenum">
              <a:rPr lang="en-GB" smtClean="0"/>
              <a:t>20</a:t>
            </a:fld>
            <a:endParaRPr lang="en-GB"/>
          </a:p>
        </p:txBody>
      </p:sp>
    </p:spTree>
    <p:extLst>
      <p:ext uri="{BB962C8B-B14F-4D97-AF65-F5344CB8AC3E}">
        <p14:creationId xmlns:p14="http://schemas.microsoft.com/office/powerpoint/2010/main" val="1757543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A2C5B-CDCF-3018-0424-2BE963B82B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4919B57-CFC8-0654-D2D0-D3B0EA3A72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3668CE8-B423-D892-CF0E-C24822AA76B1}"/>
              </a:ext>
            </a:extLst>
          </p:cNvPr>
          <p:cNvSpPr>
            <a:spLocks noGrp="1"/>
          </p:cNvSpPr>
          <p:nvPr>
            <p:ph type="dt" sz="half" idx="10"/>
          </p:nvPr>
        </p:nvSpPr>
        <p:spPr/>
        <p:txBody>
          <a:bodyPr/>
          <a:lstStyle/>
          <a:p>
            <a:fld id="{2360DE2B-D260-4559-A128-A07AF9D095E4}" type="datetime1">
              <a:rPr lang="en-GB" smtClean="0"/>
              <a:t>17/06/2026</a:t>
            </a:fld>
            <a:endParaRPr lang="en-GB"/>
          </a:p>
        </p:txBody>
      </p:sp>
      <p:sp>
        <p:nvSpPr>
          <p:cNvPr id="5" name="Footer Placeholder 4">
            <a:extLst>
              <a:ext uri="{FF2B5EF4-FFF2-40B4-BE49-F238E27FC236}">
                <a16:creationId xmlns:a16="http://schemas.microsoft.com/office/drawing/2014/main" id="{FBD7A71E-CB51-469D-4C31-B989E614EF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A55A01-C331-4DF8-AF40-D3CDA0658055}"/>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221433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866EF-13C3-A37F-5024-C854AC5F474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9F33AF9-B872-850B-6749-D2CC7DDD57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676162F-9B53-DEDE-F37F-C5045B8F477D}"/>
              </a:ext>
            </a:extLst>
          </p:cNvPr>
          <p:cNvSpPr>
            <a:spLocks noGrp="1"/>
          </p:cNvSpPr>
          <p:nvPr>
            <p:ph type="dt" sz="half" idx="10"/>
          </p:nvPr>
        </p:nvSpPr>
        <p:spPr/>
        <p:txBody>
          <a:bodyPr/>
          <a:lstStyle/>
          <a:p>
            <a:fld id="{CA9369F7-5823-4F5A-9D25-9932BDEA1BB6}" type="datetime1">
              <a:rPr lang="en-GB" smtClean="0"/>
              <a:t>17/06/2026</a:t>
            </a:fld>
            <a:endParaRPr lang="en-GB"/>
          </a:p>
        </p:txBody>
      </p:sp>
      <p:sp>
        <p:nvSpPr>
          <p:cNvPr id="5" name="Footer Placeholder 4">
            <a:extLst>
              <a:ext uri="{FF2B5EF4-FFF2-40B4-BE49-F238E27FC236}">
                <a16:creationId xmlns:a16="http://schemas.microsoft.com/office/drawing/2014/main" id="{0A974E15-2E4F-A308-A1B8-2FF7163916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88262A-496B-9B82-D3DB-1B0CFDE9EDF9}"/>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502950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185DA-41B8-7BD4-A750-25294DD089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7F48468-0992-C764-BB57-43F86B1D7B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852265-9458-FA28-4C7B-33C5D4C05EF1}"/>
              </a:ext>
            </a:extLst>
          </p:cNvPr>
          <p:cNvSpPr>
            <a:spLocks noGrp="1"/>
          </p:cNvSpPr>
          <p:nvPr>
            <p:ph type="dt" sz="half" idx="10"/>
          </p:nvPr>
        </p:nvSpPr>
        <p:spPr/>
        <p:txBody>
          <a:bodyPr/>
          <a:lstStyle/>
          <a:p>
            <a:fld id="{31E3FF16-AA5C-497C-AC26-42A33C1F5A6E}" type="datetime1">
              <a:rPr lang="en-GB" smtClean="0"/>
              <a:t>17/06/2026</a:t>
            </a:fld>
            <a:endParaRPr lang="en-GB"/>
          </a:p>
        </p:txBody>
      </p:sp>
      <p:sp>
        <p:nvSpPr>
          <p:cNvPr id="5" name="Footer Placeholder 4">
            <a:extLst>
              <a:ext uri="{FF2B5EF4-FFF2-40B4-BE49-F238E27FC236}">
                <a16:creationId xmlns:a16="http://schemas.microsoft.com/office/drawing/2014/main" id="{3C5652DC-F209-74D7-62D9-3833037D24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7CE2A8-F953-2E16-9488-744646FF678B}"/>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1166927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C007D-4C64-988B-6799-1610462D378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1838699-1B76-347D-43F0-3F061E72AC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25B8510-1BD3-51C2-FE41-ED2E378386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D28545-229C-E7F0-C668-6F8CAE91BCEE}"/>
              </a:ext>
            </a:extLst>
          </p:cNvPr>
          <p:cNvSpPr>
            <a:spLocks noGrp="1"/>
          </p:cNvSpPr>
          <p:nvPr>
            <p:ph type="dt" sz="half" idx="10"/>
          </p:nvPr>
        </p:nvSpPr>
        <p:spPr/>
        <p:txBody>
          <a:bodyPr/>
          <a:lstStyle/>
          <a:p>
            <a:fld id="{B7A909A2-F7CE-4DF8-AE91-51DBBF49B0EC}" type="datetime1">
              <a:rPr lang="en-GB" smtClean="0"/>
              <a:t>17/06/2026</a:t>
            </a:fld>
            <a:endParaRPr lang="en-GB"/>
          </a:p>
        </p:txBody>
      </p:sp>
      <p:sp>
        <p:nvSpPr>
          <p:cNvPr id="6" name="Footer Placeholder 5">
            <a:extLst>
              <a:ext uri="{FF2B5EF4-FFF2-40B4-BE49-F238E27FC236}">
                <a16:creationId xmlns:a16="http://schemas.microsoft.com/office/drawing/2014/main" id="{1DE5842F-DEC7-AE32-B419-D4521DB4E0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EB8D98-946E-6FDC-54AA-4413962F961F}"/>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675172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16501-5B75-D894-A753-7A388402908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21C5CF-2FD1-6753-74EB-9C58A19B75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44D1F-7737-9FF5-8B4A-21C9AA4FE0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DDA882-8BC6-146C-3A00-001C794483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5F3972-8FDB-9FE6-03A2-FCA27D9E32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8E8EF59-33DE-0426-6F8A-55BDB576B31C}"/>
              </a:ext>
            </a:extLst>
          </p:cNvPr>
          <p:cNvSpPr>
            <a:spLocks noGrp="1"/>
          </p:cNvSpPr>
          <p:nvPr>
            <p:ph type="dt" sz="half" idx="10"/>
          </p:nvPr>
        </p:nvSpPr>
        <p:spPr/>
        <p:txBody>
          <a:bodyPr/>
          <a:lstStyle/>
          <a:p>
            <a:fld id="{2BE99799-1808-4A7E-B801-C436D593ED5B}" type="datetime1">
              <a:rPr lang="en-GB" smtClean="0"/>
              <a:t>17/06/2026</a:t>
            </a:fld>
            <a:endParaRPr lang="en-GB"/>
          </a:p>
        </p:txBody>
      </p:sp>
      <p:sp>
        <p:nvSpPr>
          <p:cNvPr id="8" name="Footer Placeholder 7">
            <a:extLst>
              <a:ext uri="{FF2B5EF4-FFF2-40B4-BE49-F238E27FC236}">
                <a16:creationId xmlns:a16="http://schemas.microsoft.com/office/drawing/2014/main" id="{458AB789-1152-62B3-813A-D900CE3622E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664567-5BAE-1257-2316-D8D77C25A48F}"/>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1403826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0C91-FCF6-D285-783E-152617240EE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3F2AB48-726B-DA1F-F107-5578916B28BB}"/>
              </a:ext>
            </a:extLst>
          </p:cNvPr>
          <p:cNvSpPr>
            <a:spLocks noGrp="1"/>
          </p:cNvSpPr>
          <p:nvPr>
            <p:ph type="dt" sz="half" idx="10"/>
          </p:nvPr>
        </p:nvSpPr>
        <p:spPr/>
        <p:txBody>
          <a:bodyPr/>
          <a:lstStyle/>
          <a:p>
            <a:fld id="{543A85F4-5AD7-47DC-BB31-3A78504DEEF2}" type="datetime1">
              <a:rPr lang="en-GB" smtClean="0"/>
              <a:t>17/06/2026</a:t>
            </a:fld>
            <a:endParaRPr lang="en-GB"/>
          </a:p>
        </p:txBody>
      </p:sp>
      <p:sp>
        <p:nvSpPr>
          <p:cNvPr id="4" name="Footer Placeholder 3">
            <a:extLst>
              <a:ext uri="{FF2B5EF4-FFF2-40B4-BE49-F238E27FC236}">
                <a16:creationId xmlns:a16="http://schemas.microsoft.com/office/drawing/2014/main" id="{A006DF53-E6D1-2D47-2675-C37AC57D23D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96F192-B6A3-1D16-4D77-384D6D0AEFF5}"/>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8512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E50F23-E5E3-496D-0845-E9515F7B23EB}"/>
              </a:ext>
            </a:extLst>
          </p:cNvPr>
          <p:cNvSpPr>
            <a:spLocks noGrp="1"/>
          </p:cNvSpPr>
          <p:nvPr>
            <p:ph type="dt" sz="half" idx="10"/>
          </p:nvPr>
        </p:nvSpPr>
        <p:spPr/>
        <p:txBody>
          <a:bodyPr/>
          <a:lstStyle/>
          <a:p>
            <a:fld id="{5074E4EC-6322-4F28-914E-737C842DC720}" type="datetime1">
              <a:rPr lang="en-GB" smtClean="0"/>
              <a:t>17/06/2026</a:t>
            </a:fld>
            <a:endParaRPr lang="en-GB"/>
          </a:p>
        </p:txBody>
      </p:sp>
      <p:sp>
        <p:nvSpPr>
          <p:cNvPr id="3" name="Footer Placeholder 2">
            <a:extLst>
              <a:ext uri="{FF2B5EF4-FFF2-40B4-BE49-F238E27FC236}">
                <a16:creationId xmlns:a16="http://schemas.microsoft.com/office/drawing/2014/main" id="{D1534BF8-1A89-5387-2D99-FC3ED9785D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B6A3A6C-9E02-CFA0-B396-B3D0CDECEC13}"/>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3401582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38670-ED78-FEAE-3A1D-A9E090CBB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6E84C0C-B095-80A9-710A-E275B6E5DA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02E836E-2E81-1814-718F-A514156EA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11418-27E7-7046-2386-44AB74E1B6FF}"/>
              </a:ext>
            </a:extLst>
          </p:cNvPr>
          <p:cNvSpPr>
            <a:spLocks noGrp="1"/>
          </p:cNvSpPr>
          <p:nvPr>
            <p:ph type="dt" sz="half" idx="10"/>
          </p:nvPr>
        </p:nvSpPr>
        <p:spPr/>
        <p:txBody>
          <a:bodyPr/>
          <a:lstStyle/>
          <a:p>
            <a:fld id="{0A232DA7-D1AF-4184-8CC6-4FF10F8DD8F5}" type="datetime1">
              <a:rPr lang="en-GB" smtClean="0"/>
              <a:t>17/06/2026</a:t>
            </a:fld>
            <a:endParaRPr lang="en-GB"/>
          </a:p>
        </p:txBody>
      </p:sp>
      <p:sp>
        <p:nvSpPr>
          <p:cNvPr id="6" name="Footer Placeholder 5">
            <a:extLst>
              <a:ext uri="{FF2B5EF4-FFF2-40B4-BE49-F238E27FC236}">
                <a16:creationId xmlns:a16="http://schemas.microsoft.com/office/drawing/2014/main" id="{35747C1A-00B0-7210-3F1B-395187B1EC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21A860D-8799-2165-39B6-9D3BDA4F235D}"/>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3154920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512AD-FA36-FB8A-E0C5-1537B97C20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95323C2-47FD-8B38-32A8-1880A8462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52D514E-BCBB-6285-2A28-DE14EE253F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2829C-BFFD-AA1F-6C88-9FC74B6B2E7D}"/>
              </a:ext>
            </a:extLst>
          </p:cNvPr>
          <p:cNvSpPr>
            <a:spLocks noGrp="1"/>
          </p:cNvSpPr>
          <p:nvPr>
            <p:ph type="dt" sz="half" idx="10"/>
          </p:nvPr>
        </p:nvSpPr>
        <p:spPr/>
        <p:txBody>
          <a:bodyPr/>
          <a:lstStyle/>
          <a:p>
            <a:fld id="{DB2F2F75-AB89-4053-B3FC-C09A344DA65F}" type="datetime1">
              <a:rPr lang="en-GB" smtClean="0"/>
              <a:t>17/06/2026</a:t>
            </a:fld>
            <a:endParaRPr lang="en-GB"/>
          </a:p>
        </p:txBody>
      </p:sp>
      <p:sp>
        <p:nvSpPr>
          <p:cNvPr id="6" name="Footer Placeholder 5">
            <a:extLst>
              <a:ext uri="{FF2B5EF4-FFF2-40B4-BE49-F238E27FC236}">
                <a16:creationId xmlns:a16="http://schemas.microsoft.com/office/drawing/2014/main" id="{1C20AFF1-9E28-B679-7251-6631AA6737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ACC9A7-70FA-B19C-DCD3-4438B33CD0DD}"/>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1816712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FC3D-574C-FA33-00BD-2CD1EEEE71F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4A9E5BE-0505-3B45-EB73-33D1A4EA59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661C87-8A40-DC2F-EF50-31942432AD29}"/>
              </a:ext>
            </a:extLst>
          </p:cNvPr>
          <p:cNvSpPr>
            <a:spLocks noGrp="1"/>
          </p:cNvSpPr>
          <p:nvPr>
            <p:ph type="dt" sz="half" idx="10"/>
          </p:nvPr>
        </p:nvSpPr>
        <p:spPr/>
        <p:txBody>
          <a:bodyPr/>
          <a:lstStyle/>
          <a:p>
            <a:fld id="{AEC7A58B-9638-4EBE-9AF8-7FD90F8C5BA6}" type="datetime1">
              <a:rPr lang="en-GB" smtClean="0"/>
              <a:t>17/06/2026</a:t>
            </a:fld>
            <a:endParaRPr lang="en-GB"/>
          </a:p>
        </p:txBody>
      </p:sp>
      <p:sp>
        <p:nvSpPr>
          <p:cNvPr id="5" name="Footer Placeholder 4">
            <a:extLst>
              <a:ext uri="{FF2B5EF4-FFF2-40B4-BE49-F238E27FC236}">
                <a16:creationId xmlns:a16="http://schemas.microsoft.com/office/drawing/2014/main" id="{79B1739A-2245-4E1F-656A-435AB1BA2F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E31DD5-90C0-4319-3178-11ED1F746FCF}"/>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341314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C04E79-DCED-8184-9FCF-32F90F4251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1BEA5E3-85C9-DCAA-9C47-83482AE901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2D1EC5F-BBD0-010E-1CD1-E88AE2E5107A}"/>
              </a:ext>
            </a:extLst>
          </p:cNvPr>
          <p:cNvSpPr>
            <a:spLocks noGrp="1"/>
          </p:cNvSpPr>
          <p:nvPr>
            <p:ph type="dt" sz="half" idx="10"/>
          </p:nvPr>
        </p:nvSpPr>
        <p:spPr/>
        <p:txBody>
          <a:bodyPr/>
          <a:lstStyle/>
          <a:p>
            <a:fld id="{1341B8F3-825F-43B6-B38B-927B8D679878}" type="datetime1">
              <a:rPr lang="en-GB" smtClean="0"/>
              <a:t>17/06/2026</a:t>
            </a:fld>
            <a:endParaRPr lang="en-GB"/>
          </a:p>
        </p:txBody>
      </p:sp>
      <p:sp>
        <p:nvSpPr>
          <p:cNvPr id="5" name="Footer Placeholder 4">
            <a:extLst>
              <a:ext uri="{FF2B5EF4-FFF2-40B4-BE49-F238E27FC236}">
                <a16:creationId xmlns:a16="http://schemas.microsoft.com/office/drawing/2014/main" id="{954D0021-3F0D-5C94-EB28-51814E9AE1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94B0D2-7615-1AA9-2E5F-7D1D3F43DAE4}"/>
              </a:ext>
            </a:extLst>
          </p:cNvPr>
          <p:cNvSpPr>
            <a:spLocks noGrp="1"/>
          </p:cNvSpPr>
          <p:nvPr>
            <p:ph type="sldNum" sz="quarter" idx="12"/>
          </p:nvPr>
        </p:nvSpPr>
        <p:spPr/>
        <p:txBody>
          <a:bodyPr/>
          <a:lstStyle/>
          <a:p>
            <a:fld id="{76BEF329-CF39-4667-9549-3F9C39E42F91}" type="slidenum">
              <a:rPr lang="en-GB" smtClean="0"/>
              <a:t>‹#›</a:t>
            </a:fld>
            <a:endParaRPr lang="en-GB"/>
          </a:p>
        </p:txBody>
      </p:sp>
    </p:spTree>
    <p:extLst>
      <p:ext uri="{BB962C8B-B14F-4D97-AF65-F5344CB8AC3E}">
        <p14:creationId xmlns:p14="http://schemas.microsoft.com/office/powerpoint/2010/main" val="2258336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F08FBD-0740-BDB2-7AE5-0475563CE5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B0BF13-A1F0-43C2-E555-E8E31416A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F37B2-F9C3-42D9-3BE8-9FC321EC9E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C1052A-54E4-4B5D-9F61-B4CFFE6D55BC}" type="datetime1">
              <a:rPr lang="en-GB" smtClean="0"/>
              <a:t>17/06/2026</a:t>
            </a:fld>
            <a:endParaRPr lang="en-GB"/>
          </a:p>
        </p:txBody>
      </p:sp>
      <p:sp>
        <p:nvSpPr>
          <p:cNvPr id="5" name="Footer Placeholder 4">
            <a:extLst>
              <a:ext uri="{FF2B5EF4-FFF2-40B4-BE49-F238E27FC236}">
                <a16:creationId xmlns:a16="http://schemas.microsoft.com/office/drawing/2014/main" id="{3F33D656-6C58-D5A5-2CAF-1A69C6ECDD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50A5810-1814-309E-BBD3-4E0C61DAA8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EF329-CF39-4667-9549-3F9C39E42F91}" type="slidenum">
              <a:rPr lang="en-GB" smtClean="0"/>
              <a:t>‹#›</a:t>
            </a:fld>
            <a:endParaRPr lang="en-GB"/>
          </a:p>
        </p:txBody>
      </p:sp>
    </p:spTree>
    <p:extLst>
      <p:ext uri="{BB962C8B-B14F-4D97-AF65-F5344CB8AC3E}">
        <p14:creationId xmlns:p14="http://schemas.microsoft.com/office/powerpoint/2010/main" val="2329716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BA8D-3860-1E73-2118-907E4134B832}"/>
              </a:ext>
            </a:extLst>
          </p:cNvPr>
          <p:cNvSpPr>
            <a:spLocks noGrp="1"/>
          </p:cNvSpPr>
          <p:nvPr>
            <p:ph type="ctrTitle"/>
          </p:nvPr>
        </p:nvSpPr>
        <p:spPr>
          <a:xfrm>
            <a:off x="1524000" y="1347019"/>
            <a:ext cx="9144000" cy="1346866"/>
          </a:xfrm>
        </p:spPr>
        <p:txBody>
          <a:bodyPr>
            <a:normAutofit/>
          </a:bodyPr>
          <a:lstStyle/>
          <a:p>
            <a:r>
              <a:rPr lang="en-GB" sz="3600" dirty="0"/>
              <a:t>Quantifying Pressing in Professional Football</a:t>
            </a:r>
            <a:br>
              <a:rPr lang="en-GB" sz="3600" dirty="0"/>
            </a:br>
            <a:r>
              <a:rPr lang="en-GB" sz="3600" dirty="0"/>
              <a:t>using Tracking Data</a:t>
            </a:r>
          </a:p>
        </p:txBody>
      </p:sp>
      <p:sp>
        <p:nvSpPr>
          <p:cNvPr id="3" name="Subtitle 2">
            <a:extLst>
              <a:ext uri="{FF2B5EF4-FFF2-40B4-BE49-F238E27FC236}">
                <a16:creationId xmlns:a16="http://schemas.microsoft.com/office/drawing/2014/main" id="{D749B009-1969-B04C-43C8-3FEF9A2BBBE0}"/>
              </a:ext>
            </a:extLst>
          </p:cNvPr>
          <p:cNvSpPr>
            <a:spLocks noGrp="1"/>
          </p:cNvSpPr>
          <p:nvPr>
            <p:ph type="subTitle" idx="1"/>
          </p:nvPr>
        </p:nvSpPr>
        <p:spPr>
          <a:xfrm>
            <a:off x="1524000" y="2815458"/>
            <a:ext cx="9144000" cy="3133058"/>
          </a:xfrm>
        </p:spPr>
        <p:txBody>
          <a:bodyPr>
            <a:normAutofit/>
          </a:bodyPr>
          <a:lstStyle/>
          <a:p>
            <a:r>
              <a:rPr lang="en-GB" dirty="0"/>
              <a:t>Master Thesis</a:t>
            </a:r>
          </a:p>
          <a:p>
            <a:endParaRPr lang="en-GB" dirty="0"/>
          </a:p>
          <a:p>
            <a:endParaRPr lang="en-GB" dirty="0"/>
          </a:p>
          <a:p>
            <a:endParaRPr lang="en-GB" dirty="0"/>
          </a:p>
          <a:p>
            <a:r>
              <a:rPr lang="en-GB" sz="1800" b="1" dirty="0"/>
              <a:t>Student</a:t>
            </a:r>
            <a:r>
              <a:rPr lang="en-GB" sz="1800" dirty="0"/>
              <a:t>: Shameek Khaled Egok</a:t>
            </a:r>
          </a:p>
          <a:p>
            <a:r>
              <a:rPr lang="en-GB" sz="1800" b="1" dirty="0"/>
              <a:t>Program</a:t>
            </a:r>
            <a:r>
              <a:rPr lang="en-GB" sz="1800" dirty="0"/>
              <a:t>: MSc in Data Science - Kolding</a:t>
            </a:r>
          </a:p>
          <a:p>
            <a:r>
              <a:rPr lang="en-GB" sz="1800" b="1" dirty="0"/>
              <a:t>Supervisor</a:t>
            </a:r>
            <a:r>
              <a:rPr lang="en-GB" sz="1800" dirty="0"/>
              <a:t>: Prof. Tariq Yousef</a:t>
            </a:r>
          </a:p>
        </p:txBody>
      </p:sp>
      <p:pic>
        <p:nvPicPr>
          <p:cNvPr id="5" name="Picture 4">
            <a:extLst>
              <a:ext uri="{FF2B5EF4-FFF2-40B4-BE49-F238E27FC236}">
                <a16:creationId xmlns:a16="http://schemas.microsoft.com/office/drawing/2014/main" id="{0EE6F70B-50B0-40AF-92D9-50D94CEAE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1119" y="359441"/>
            <a:ext cx="1307679" cy="695882"/>
          </a:xfrm>
          <a:prstGeom prst="rect">
            <a:avLst/>
          </a:prstGeom>
        </p:spPr>
      </p:pic>
    </p:spTree>
    <p:extLst>
      <p:ext uri="{BB962C8B-B14F-4D97-AF65-F5344CB8AC3E}">
        <p14:creationId xmlns:p14="http://schemas.microsoft.com/office/powerpoint/2010/main" val="76495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12BA-D8A4-7EE3-F9AA-7B44ED234125}"/>
              </a:ext>
            </a:extLst>
          </p:cNvPr>
          <p:cNvSpPr>
            <a:spLocks noGrp="1"/>
          </p:cNvSpPr>
          <p:nvPr>
            <p:ph type="title"/>
          </p:nvPr>
        </p:nvSpPr>
        <p:spPr/>
        <p:txBody>
          <a:bodyPr/>
          <a:lstStyle/>
          <a:p>
            <a:r>
              <a:rPr lang="en-GB" dirty="0"/>
              <a:t>Motivation</a:t>
            </a:r>
          </a:p>
        </p:txBody>
      </p:sp>
      <p:sp>
        <p:nvSpPr>
          <p:cNvPr id="3" name="Content Placeholder 2">
            <a:extLst>
              <a:ext uri="{FF2B5EF4-FFF2-40B4-BE49-F238E27FC236}">
                <a16:creationId xmlns:a16="http://schemas.microsoft.com/office/drawing/2014/main" id="{958AC351-F93B-1ACE-371A-3D6CB8C402D2}"/>
              </a:ext>
            </a:extLst>
          </p:cNvPr>
          <p:cNvSpPr>
            <a:spLocks noGrp="1"/>
          </p:cNvSpPr>
          <p:nvPr>
            <p:ph idx="1"/>
          </p:nvPr>
        </p:nvSpPr>
        <p:spPr>
          <a:xfrm>
            <a:off x="5633884" y="1825625"/>
            <a:ext cx="5719916" cy="4054065"/>
          </a:xfrm>
        </p:spPr>
        <p:txBody>
          <a:bodyPr>
            <a:normAutofit fontScale="85000" lnSpcReduction="20000"/>
          </a:bodyPr>
          <a:lstStyle/>
          <a:p>
            <a:r>
              <a:rPr lang="en-GB" dirty="0"/>
              <a:t>Modern tracking systems generate millions of positional observations.</a:t>
            </a:r>
          </a:p>
          <a:p>
            <a:endParaRPr lang="en-GB" dirty="0"/>
          </a:p>
          <a:p>
            <a:r>
              <a:rPr lang="en-GB" dirty="0"/>
              <a:t>Raw positional data do not directly describe tactical behaviour.</a:t>
            </a:r>
          </a:p>
          <a:p>
            <a:endParaRPr lang="en-GB" dirty="0"/>
          </a:p>
          <a:p>
            <a:r>
              <a:rPr lang="en-GB" dirty="0"/>
              <a:t>High pressing is a continuous, context-dependent phenomenon.</a:t>
            </a:r>
          </a:p>
          <a:p>
            <a:endParaRPr lang="en-GB" dirty="0"/>
          </a:p>
          <a:p>
            <a:r>
              <a:rPr lang="en-GB" dirty="0"/>
              <a:t>This motivates a framework capable of transforming raw data into interpretable behavioural analytics.</a:t>
            </a:r>
          </a:p>
        </p:txBody>
      </p:sp>
      <p:sp>
        <p:nvSpPr>
          <p:cNvPr id="4" name="Slide Number Placeholder 3">
            <a:extLst>
              <a:ext uri="{FF2B5EF4-FFF2-40B4-BE49-F238E27FC236}">
                <a16:creationId xmlns:a16="http://schemas.microsoft.com/office/drawing/2014/main" id="{6754296D-7A36-1DCA-39E2-30136E49FF45}"/>
              </a:ext>
            </a:extLst>
          </p:cNvPr>
          <p:cNvSpPr>
            <a:spLocks noGrp="1"/>
          </p:cNvSpPr>
          <p:nvPr>
            <p:ph type="sldNum" sz="quarter" idx="12"/>
          </p:nvPr>
        </p:nvSpPr>
        <p:spPr/>
        <p:txBody>
          <a:bodyPr/>
          <a:lstStyle/>
          <a:p>
            <a:fld id="{76BEF329-CF39-4667-9549-3F9C39E42F91}" type="slidenum">
              <a:rPr lang="en-GB" smtClean="0"/>
              <a:t>2</a:t>
            </a:fld>
            <a:endParaRPr lang="en-GB" dirty="0"/>
          </a:p>
        </p:txBody>
      </p:sp>
      <p:pic>
        <p:nvPicPr>
          <p:cNvPr id="6" name="Picture 5">
            <a:extLst>
              <a:ext uri="{FF2B5EF4-FFF2-40B4-BE49-F238E27FC236}">
                <a16:creationId xmlns:a16="http://schemas.microsoft.com/office/drawing/2014/main" id="{E78416CB-6671-CE4E-3661-A134CA25A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366804"/>
            <a:ext cx="4160387" cy="2971705"/>
          </a:xfrm>
          <a:prstGeom prst="rect">
            <a:avLst/>
          </a:prstGeom>
        </p:spPr>
      </p:pic>
    </p:spTree>
    <p:extLst>
      <p:ext uri="{BB962C8B-B14F-4D97-AF65-F5344CB8AC3E}">
        <p14:creationId xmlns:p14="http://schemas.microsoft.com/office/powerpoint/2010/main" val="547551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0CEAA-885A-FB29-4700-49C6369E50E6}"/>
              </a:ext>
            </a:extLst>
          </p:cNvPr>
          <p:cNvSpPr>
            <a:spLocks noGrp="1"/>
          </p:cNvSpPr>
          <p:nvPr>
            <p:ph type="title"/>
          </p:nvPr>
        </p:nvSpPr>
        <p:spPr/>
        <p:txBody>
          <a:bodyPr/>
          <a:lstStyle/>
          <a:p>
            <a:r>
              <a:rPr lang="en-GB" dirty="0"/>
              <a:t>Research Goal and Contributions</a:t>
            </a:r>
          </a:p>
        </p:txBody>
      </p:sp>
      <p:sp>
        <p:nvSpPr>
          <p:cNvPr id="4" name="Slide Number Placeholder 3">
            <a:extLst>
              <a:ext uri="{FF2B5EF4-FFF2-40B4-BE49-F238E27FC236}">
                <a16:creationId xmlns:a16="http://schemas.microsoft.com/office/drawing/2014/main" id="{A1057B0B-6BF1-7DAA-0949-7855730C8107}"/>
              </a:ext>
            </a:extLst>
          </p:cNvPr>
          <p:cNvSpPr>
            <a:spLocks noGrp="1"/>
          </p:cNvSpPr>
          <p:nvPr>
            <p:ph type="sldNum" sz="quarter" idx="12"/>
          </p:nvPr>
        </p:nvSpPr>
        <p:spPr/>
        <p:txBody>
          <a:bodyPr/>
          <a:lstStyle/>
          <a:p>
            <a:fld id="{76BEF329-CF39-4667-9549-3F9C39E42F91}" type="slidenum">
              <a:rPr lang="en-GB" smtClean="0"/>
              <a:t>3</a:t>
            </a:fld>
            <a:endParaRPr lang="en-GB"/>
          </a:p>
        </p:txBody>
      </p:sp>
      <p:sp>
        <p:nvSpPr>
          <p:cNvPr id="6" name="Content Placeholder 2">
            <a:extLst>
              <a:ext uri="{FF2B5EF4-FFF2-40B4-BE49-F238E27FC236}">
                <a16:creationId xmlns:a16="http://schemas.microsoft.com/office/drawing/2014/main" id="{9912F3F6-CEB0-4CC4-29B9-52E924BFC374}"/>
              </a:ext>
            </a:extLst>
          </p:cNvPr>
          <p:cNvSpPr>
            <a:spLocks noGrp="1"/>
          </p:cNvSpPr>
          <p:nvPr>
            <p:ph idx="1"/>
          </p:nvPr>
        </p:nvSpPr>
        <p:spPr>
          <a:xfrm>
            <a:off x="838200" y="1808675"/>
            <a:ext cx="10515600" cy="4326654"/>
          </a:xfrm>
        </p:spPr>
        <p:txBody>
          <a:bodyPr>
            <a:normAutofit/>
          </a:bodyPr>
          <a:lstStyle/>
          <a:p>
            <a:pPr marL="0" indent="0">
              <a:buNone/>
            </a:pPr>
            <a:r>
              <a:rPr lang="en-GB" sz="2400" b="1" dirty="0"/>
              <a:t>Research Goal</a:t>
            </a:r>
          </a:p>
          <a:p>
            <a:pPr marL="0" indent="0">
              <a:buNone/>
            </a:pPr>
            <a:r>
              <a:rPr lang="en-GB" sz="1800" dirty="0"/>
              <a:t>Develop a context-aware framework capable of detecting and evaluating settled high-pressing behaviour as continuous pressing sequences using synchronized tracking and event data.</a:t>
            </a:r>
          </a:p>
          <a:p>
            <a:pPr marL="0" indent="0">
              <a:buNone/>
            </a:pPr>
            <a:endParaRPr lang="en-GB" sz="1800" dirty="0"/>
          </a:p>
          <a:p>
            <a:pPr marL="0" indent="0">
              <a:buNone/>
            </a:pPr>
            <a:r>
              <a:rPr lang="en-GB" sz="2400" b="1" dirty="0"/>
              <a:t>Contributions</a:t>
            </a:r>
          </a:p>
          <a:p>
            <a:r>
              <a:rPr lang="en-GB" sz="1800" dirty="0"/>
              <a:t>Integrated Data Representation</a:t>
            </a:r>
          </a:p>
          <a:p>
            <a:r>
              <a:rPr lang="en-GB" sz="1800" dirty="0"/>
              <a:t>Context Construction</a:t>
            </a:r>
          </a:p>
          <a:p>
            <a:r>
              <a:rPr lang="en-GB" sz="1800" dirty="0"/>
              <a:t>Sequence-based Detection</a:t>
            </a:r>
          </a:p>
          <a:p>
            <a:r>
              <a:rPr lang="en-GB" sz="1800" dirty="0"/>
              <a:t>Outcome Evaluation</a:t>
            </a:r>
          </a:p>
          <a:p>
            <a:pPr marL="0" indent="0">
              <a:buNone/>
            </a:pPr>
            <a:endParaRPr lang="en-GB" sz="1800" dirty="0"/>
          </a:p>
          <a:p>
            <a:pPr marL="0" indent="0">
              <a:buNone/>
            </a:pPr>
            <a:endParaRPr lang="en-GB" dirty="0"/>
          </a:p>
        </p:txBody>
      </p:sp>
    </p:spTree>
    <p:extLst>
      <p:ext uri="{BB962C8B-B14F-4D97-AF65-F5344CB8AC3E}">
        <p14:creationId xmlns:p14="http://schemas.microsoft.com/office/powerpoint/2010/main" val="3006476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22EB-B1C9-8902-ED51-078D0CE3BFC9}"/>
              </a:ext>
            </a:extLst>
          </p:cNvPr>
          <p:cNvSpPr>
            <a:spLocks noGrp="1"/>
          </p:cNvSpPr>
          <p:nvPr>
            <p:ph type="title"/>
          </p:nvPr>
        </p:nvSpPr>
        <p:spPr/>
        <p:txBody>
          <a:bodyPr/>
          <a:lstStyle/>
          <a:p>
            <a:r>
              <a:rPr lang="en-GB" dirty="0"/>
              <a:t>Data Sources</a:t>
            </a:r>
          </a:p>
        </p:txBody>
      </p:sp>
      <p:graphicFrame>
        <p:nvGraphicFramePr>
          <p:cNvPr id="5" name="Content Placeholder 4">
            <a:extLst>
              <a:ext uri="{FF2B5EF4-FFF2-40B4-BE49-F238E27FC236}">
                <a16:creationId xmlns:a16="http://schemas.microsoft.com/office/drawing/2014/main" id="{38B57D91-F113-9217-0E9F-52B4D3C92B03}"/>
              </a:ext>
            </a:extLst>
          </p:cNvPr>
          <p:cNvGraphicFramePr>
            <a:graphicFrameLocks noGrp="1"/>
          </p:cNvGraphicFramePr>
          <p:nvPr>
            <p:ph idx="1"/>
            <p:extLst>
              <p:ext uri="{D42A27DB-BD31-4B8C-83A1-F6EECF244321}">
                <p14:modId xmlns:p14="http://schemas.microsoft.com/office/powerpoint/2010/main" val="4174948958"/>
              </p:ext>
            </p:extLst>
          </p:nvPr>
        </p:nvGraphicFramePr>
        <p:xfrm>
          <a:off x="2061086" y="1845290"/>
          <a:ext cx="8069828" cy="3566160"/>
        </p:xfrm>
        <a:graphic>
          <a:graphicData uri="http://schemas.openxmlformats.org/drawingml/2006/table">
            <a:tbl>
              <a:tblPr firstRow="1" bandRow="1">
                <a:tableStyleId>{2D5ABB26-0587-4C30-8999-92F81FD0307C}</a:tableStyleId>
              </a:tblPr>
              <a:tblGrid>
                <a:gridCol w="4034914">
                  <a:extLst>
                    <a:ext uri="{9D8B030D-6E8A-4147-A177-3AD203B41FA5}">
                      <a16:colId xmlns:a16="http://schemas.microsoft.com/office/drawing/2014/main" val="4123727385"/>
                    </a:ext>
                  </a:extLst>
                </a:gridCol>
                <a:gridCol w="4034914">
                  <a:extLst>
                    <a:ext uri="{9D8B030D-6E8A-4147-A177-3AD203B41FA5}">
                      <a16:colId xmlns:a16="http://schemas.microsoft.com/office/drawing/2014/main" val="3941903324"/>
                    </a:ext>
                  </a:extLst>
                </a:gridCol>
              </a:tblGrid>
              <a:tr h="1704512">
                <a:tc>
                  <a:txBody>
                    <a:bodyPr/>
                    <a:lstStyle/>
                    <a:p>
                      <a:pPr algn="ctr">
                        <a:lnSpc>
                          <a:spcPct val="150000"/>
                        </a:lnSpc>
                      </a:pPr>
                      <a:r>
                        <a:rPr lang="en-GB" sz="2400" b="1" dirty="0"/>
                        <a:t>Tracking Data</a:t>
                      </a:r>
                    </a:p>
                    <a:p>
                      <a:pPr marL="285750" indent="-285750" algn="l">
                        <a:lnSpc>
                          <a:spcPct val="150000"/>
                        </a:lnSpc>
                        <a:buFont typeface="Arial" panose="020B0604020202020204" pitchFamily="34" charset="0"/>
                        <a:buChar char="•"/>
                      </a:pPr>
                      <a:r>
                        <a:rPr lang="en-GB" sz="1800" dirty="0"/>
                        <a:t>Player and ball positions</a:t>
                      </a:r>
                    </a:p>
                    <a:p>
                      <a:pPr marL="285750" indent="-285750" algn="l">
                        <a:buFont typeface="Arial" panose="020B0604020202020204" pitchFamily="34" charset="0"/>
                        <a:buChar char="•"/>
                      </a:pPr>
                      <a:r>
                        <a:rPr lang="en-GB" sz="1800" b="0" dirty="0"/>
                        <a:t>25 Hz</a:t>
                      </a:r>
                    </a:p>
                    <a:p>
                      <a:pPr marL="285750" indent="-285750" algn="l">
                        <a:buFont typeface="Arial" panose="020B0604020202020204" pitchFamily="34" charset="0"/>
                        <a:buChar char="•"/>
                      </a:pPr>
                      <a:r>
                        <a:rPr lang="en-GB" dirty="0"/>
                        <a:t>Continuous spatiotemporal observations</a:t>
                      </a:r>
                      <a:endParaRPr lang="en-GB" sz="18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GB" sz="2400" b="1" dirty="0"/>
                        <a:t>Event Data</a:t>
                      </a:r>
                    </a:p>
                    <a:p>
                      <a:pPr marL="285750" indent="-285750" algn="l">
                        <a:lnSpc>
                          <a:spcPct val="150000"/>
                        </a:lnSpc>
                        <a:buFont typeface="Arial" panose="020B0604020202020204" pitchFamily="34" charset="0"/>
                        <a:buChar char="•"/>
                      </a:pPr>
                      <a:r>
                        <a:rPr lang="en-GB" sz="1800" b="0" dirty="0"/>
                        <a:t>Passes</a:t>
                      </a:r>
                    </a:p>
                    <a:p>
                      <a:pPr marL="285750" indent="-285750" algn="l">
                        <a:buFont typeface="Arial" panose="020B0604020202020204" pitchFamily="34" charset="0"/>
                        <a:buChar char="•"/>
                      </a:pPr>
                      <a:r>
                        <a:rPr lang="en-GB" sz="1800" b="0" dirty="0"/>
                        <a:t>Shots</a:t>
                      </a:r>
                    </a:p>
                    <a:p>
                      <a:pPr marL="285750" indent="-285750" algn="l">
                        <a:buFont typeface="Arial" panose="020B0604020202020204" pitchFamily="34" charset="0"/>
                        <a:buChar char="•"/>
                      </a:pPr>
                      <a:r>
                        <a:rPr lang="en-GB" sz="1800" b="0" dirty="0"/>
                        <a:t>Fouls</a:t>
                      </a:r>
                    </a:p>
                    <a:p>
                      <a:pPr marL="285750" indent="-285750" algn="l">
                        <a:buFont typeface="Arial" panose="020B0604020202020204" pitchFamily="34" charset="0"/>
                        <a:buChar char="•"/>
                      </a:pPr>
                      <a:r>
                        <a:rPr lang="en-GB" sz="1800" b="0" dirty="0"/>
                        <a:t>Stoppages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926426"/>
                  </a:ext>
                </a:extLst>
              </a:tr>
              <a:tr h="1503980">
                <a:tc>
                  <a:txBody>
                    <a:bodyPr/>
                    <a:lstStyle/>
                    <a:p>
                      <a:pPr algn="ctr">
                        <a:lnSpc>
                          <a:spcPct val="150000"/>
                        </a:lnSpc>
                      </a:pPr>
                      <a:r>
                        <a:rPr lang="en-GB" sz="2400" b="1" dirty="0"/>
                        <a:t>Metadata</a:t>
                      </a:r>
                    </a:p>
                    <a:p>
                      <a:pPr marL="285750" indent="-285750" algn="l">
                        <a:lnSpc>
                          <a:spcPct val="150000"/>
                        </a:lnSpc>
                        <a:buFont typeface="Arial" panose="020B0604020202020204" pitchFamily="34" charset="0"/>
                        <a:buChar char="•"/>
                      </a:pPr>
                      <a:r>
                        <a:rPr lang="en-GB" sz="1800" b="0" dirty="0"/>
                        <a:t>Teams</a:t>
                      </a:r>
                    </a:p>
                    <a:p>
                      <a:pPr marL="285750" indent="-285750" algn="l">
                        <a:buFont typeface="Arial" panose="020B0604020202020204" pitchFamily="34" charset="0"/>
                        <a:buChar char="•"/>
                      </a:pPr>
                      <a:r>
                        <a:rPr lang="en-GB" sz="1800" b="0" dirty="0"/>
                        <a:t>Periods</a:t>
                      </a:r>
                    </a:p>
                    <a:p>
                      <a:pPr marL="285750" indent="-285750" algn="l">
                        <a:buFont typeface="Arial" panose="020B0604020202020204" pitchFamily="34" charset="0"/>
                        <a:buChar char="•"/>
                      </a:pPr>
                      <a:r>
                        <a:rPr lang="en-GB" sz="1800" b="0" dirty="0"/>
                        <a:t>Attacking Direction</a:t>
                      </a:r>
                      <a:endParaRPr lang="en-GB"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pPr>
                      <a:r>
                        <a:rPr lang="en-GB" sz="2400" b="1" dirty="0"/>
                        <a:t>Video Footage</a:t>
                      </a:r>
                    </a:p>
                    <a:p>
                      <a:pPr marL="285750" indent="-285750">
                        <a:lnSpc>
                          <a:spcPct val="150000"/>
                        </a:lnSpc>
                        <a:buFont typeface="Arial" panose="020B0604020202020204" pitchFamily="34" charset="0"/>
                        <a:buChar char="•"/>
                      </a:pPr>
                      <a:r>
                        <a:rPr lang="en-GB" sz="1800" dirty="0"/>
                        <a:t>Qualitative validation</a:t>
                      </a:r>
                    </a:p>
                    <a:p>
                      <a:pPr marL="285750" indent="-285750">
                        <a:buFont typeface="Arial" panose="020B0604020202020204" pitchFamily="34" charset="0"/>
                        <a:buChar char="•"/>
                      </a:pPr>
                      <a:r>
                        <a:rPr lang="en-GB" sz="1800" dirty="0"/>
                        <a:t>Manual inspection</a:t>
                      </a:r>
                    </a:p>
                    <a:p>
                      <a:pPr algn="ctr"/>
                      <a:endParaRPr lang="en-GB" sz="24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5335104"/>
                  </a:ext>
                </a:extLst>
              </a:tr>
            </a:tbl>
          </a:graphicData>
        </a:graphic>
      </p:graphicFrame>
      <p:sp>
        <p:nvSpPr>
          <p:cNvPr id="4" name="Slide Number Placeholder 3">
            <a:extLst>
              <a:ext uri="{FF2B5EF4-FFF2-40B4-BE49-F238E27FC236}">
                <a16:creationId xmlns:a16="http://schemas.microsoft.com/office/drawing/2014/main" id="{BC42C570-41F5-E715-463D-5A169B8DCE1E}"/>
              </a:ext>
            </a:extLst>
          </p:cNvPr>
          <p:cNvSpPr>
            <a:spLocks noGrp="1"/>
          </p:cNvSpPr>
          <p:nvPr>
            <p:ph type="sldNum" sz="quarter" idx="12"/>
          </p:nvPr>
        </p:nvSpPr>
        <p:spPr/>
        <p:txBody>
          <a:bodyPr/>
          <a:lstStyle/>
          <a:p>
            <a:fld id="{76BEF329-CF39-4667-9549-3F9C39E42F91}" type="slidenum">
              <a:rPr lang="en-GB" smtClean="0"/>
              <a:t>4</a:t>
            </a:fld>
            <a:endParaRPr lang="en-GB"/>
          </a:p>
        </p:txBody>
      </p:sp>
    </p:spTree>
    <p:extLst>
      <p:ext uri="{BB962C8B-B14F-4D97-AF65-F5344CB8AC3E}">
        <p14:creationId xmlns:p14="http://schemas.microsoft.com/office/powerpoint/2010/main" val="1324228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0EC0-4C74-A7F3-8446-A00BFBB7400C}"/>
              </a:ext>
            </a:extLst>
          </p:cNvPr>
          <p:cNvSpPr>
            <a:spLocks noGrp="1"/>
          </p:cNvSpPr>
          <p:nvPr>
            <p:ph type="title"/>
          </p:nvPr>
        </p:nvSpPr>
        <p:spPr/>
        <p:txBody>
          <a:bodyPr/>
          <a:lstStyle/>
          <a:p>
            <a:r>
              <a:rPr lang="en-GB" dirty="0"/>
              <a:t>Analytical Challenges</a:t>
            </a:r>
          </a:p>
        </p:txBody>
      </p:sp>
      <p:sp>
        <p:nvSpPr>
          <p:cNvPr id="3" name="Content Placeholder 2">
            <a:extLst>
              <a:ext uri="{FF2B5EF4-FFF2-40B4-BE49-F238E27FC236}">
                <a16:creationId xmlns:a16="http://schemas.microsoft.com/office/drawing/2014/main" id="{614150DE-78E2-2C0D-1A90-74EDF8B0E8E5}"/>
              </a:ext>
            </a:extLst>
          </p:cNvPr>
          <p:cNvSpPr>
            <a:spLocks noGrp="1"/>
          </p:cNvSpPr>
          <p:nvPr>
            <p:ph idx="1"/>
          </p:nvPr>
        </p:nvSpPr>
        <p:spPr/>
        <p:txBody>
          <a:bodyPr>
            <a:normAutofit/>
          </a:bodyPr>
          <a:lstStyle/>
          <a:p>
            <a:pPr>
              <a:lnSpc>
                <a:spcPct val="100000"/>
              </a:lnSpc>
            </a:pPr>
            <a:r>
              <a:rPr lang="en-GB" sz="2400" dirty="0"/>
              <a:t>Heterogeneous Data Sources</a:t>
            </a:r>
          </a:p>
          <a:p>
            <a:pPr marL="457200" lvl="1" indent="0">
              <a:lnSpc>
                <a:spcPct val="100000"/>
              </a:lnSpc>
              <a:buNone/>
            </a:pPr>
            <a:r>
              <a:rPr lang="en-GB" sz="1600" dirty="0"/>
              <a:t>Tracking, event, metadata, and video originate from different systems.</a:t>
            </a:r>
          </a:p>
          <a:p>
            <a:pPr marL="457200" lvl="1" indent="0">
              <a:lnSpc>
                <a:spcPct val="100000"/>
              </a:lnSpc>
              <a:buNone/>
            </a:pPr>
            <a:endParaRPr lang="en-GB" sz="1600" dirty="0"/>
          </a:p>
          <a:p>
            <a:pPr>
              <a:lnSpc>
                <a:spcPct val="100000"/>
              </a:lnSpc>
            </a:pPr>
            <a:r>
              <a:rPr lang="en-GB" sz="2400" dirty="0"/>
              <a:t>Missing Tactical Context</a:t>
            </a:r>
          </a:p>
          <a:p>
            <a:pPr marL="457200" lvl="1" indent="0">
              <a:lnSpc>
                <a:spcPct val="100000"/>
              </a:lnSpc>
              <a:buNone/>
            </a:pPr>
            <a:r>
              <a:rPr lang="en-GB" sz="1600" dirty="0"/>
              <a:t>Possession, ball carrier, and pressing behaviour are not explicitly represented.</a:t>
            </a:r>
          </a:p>
          <a:p>
            <a:pPr marL="457200" lvl="1" indent="0">
              <a:lnSpc>
                <a:spcPct val="100000"/>
              </a:lnSpc>
              <a:buNone/>
            </a:pPr>
            <a:endParaRPr lang="en-GB" sz="1600" dirty="0"/>
          </a:p>
          <a:p>
            <a:pPr>
              <a:lnSpc>
                <a:spcPct val="100000"/>
              </a:lnSpc>
            </a:pPr>
            <a:r>
              <a:rPr lang="en-GB" sz="2400" dirty="0"/>
              <a:t>Continuous Behaviour</a:t>
            </a:r>
          </a:p>
          <a:p>
            <a:pPr marL="457200" lvl="1" indent="0">
              <a:lnSpc>
                <a:spcPct val="100000"/>
              </a:lnSpc>
              <a:buNone/>
            </a:pPr>
            <a:r>
              <a:rPr lang="en-GB" sz="1600" dirty="0"/>
              <a:t>Pressing develops across multiple players, passes, and movement phases.</a:t>
            </a:r>
          </a:p>
          <a:p>
            <a:pPr marL="457200" lvl="1" indent="0">
              <a:lnSpc>
                <a:spcPct val="100000"/>
              </a:lnSpc>
              <a:buNone/>
            </a:pPr>
            <a:endParaRPr lang="en-GB" sz="1600" dirty="0"/>
          </a:p>
          <a:p>
            <a:pPr>
              <a:lnSpc>
                <a:spcPct val="100000"/>
              </a:lnSpc>
            </a:pPr>
            <a:r>
              <a:rPr lang="en-GB" sz="2400" dirty="0"/>
              <a:t>Ambiguous Boundaries</a:t>
            </a:r>
          </a:p>
          <a:p>
            <a:pPr marL="457200" lvl="1" indent="0">
              <a:lnSpc>
                <a:spcPct val="100000"/>
              </a:lnSpc>
              <a:buNone/>
            </a:pPr>
            <a:r>
              <a:rPr lang="en-GB" sz="1600" dirty="0"/>
              <a:t>The start and end of a pressing sequence are rarely clearly defined.</a:t>
            </a:r>
            <a:endParaRPr lang="en-GB" sz="1800" dirty="0"/>
          </a:p>
        </p:txBody>
      </p:sp>
      <p:sp>
        <p:nvSpPr>
          <p:cNvPr id="4" name="Slide Number Placeholder 3">
            <a:extLst>
              <a:ext uri="{FF2B5EF4-FFF2-40B4-BE49-F238E27FC236}">
                <a16:creationId xmlns:a16="http://schemas.microsoft.com/office/drawing/2014/main" id="{A254BA0C-C39E-20D4-50FA-0BCD61AF3057}"/>
              </a:ext>
            </a:extLst>
          </p:cNvPr>
          <p:cNvSpPr>
            <a:spLocks noGrp="1"/>
          </p:cNvSpPr>
          <p:nvPr>
            <p:ph type="sldNum" sz="quarter" idx="12"/>
          </p:nvPr>
        </p:nvSpPr>
        <p:spPr/>
        <p:txBody>
          <a:bodyPr/>
          <a:lstStyle/>
          <a:p>
            <a:fld id="{76BEF329-CF39-4667-9549-3F9C39E42F91}" type="slidenum">
              <a:rPr lang="en-GB" smtClean="0"/>
              <a:t>5</a:t>
            </a:fld>
            <a:endParaRPr lang="en-GB"/>
          </a:p>
        </p:txBody>
      </p:sp>
    </p:spTree>
    <p:extLst>
      <p:ext uri="{BB962C8B-B14F-4D97-AF65-F5344CB8AC3E}">
        <p14:creationId xmlns:p14="http://schemas.microsoft.com/office/powerpoint/2010/main" val="2017414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02E90-D28A-EACC-F633-6C74E942C101}"/>
              </a:ext>
            </a:extLst>
          </p:cNvPr>
          <p:cNvSpPr>
            <a:spLocks noGrp="1"/>
          </p:cNvSpPr>
          <p:nvPr>
            <p:ph type="title"/>
          </p:nvPr>
        </p:nvSpPr>
        <p:spPr/>
        <p:txBody>
          <a:bodyPr/>
          <a:lstStyle/>
          <a:p>
            <a:r>
              <a:rPr lang="en-GB" dirty="0"/>
              <a:t>Sequence-Based Pressing Analysis Framework</a:t>
            </a:r>
          </a:p>
        </p:txBody>
      </p:sp>
      <p:sp>
        <p:nvSpPr>
          <p:cNvPr id="4" name="Slide Number Placeholder 3">
            <a:extLst>
              <a:ext uri="{FF2B5EF4-FFF2-40B4-BE49-F238E27FC236}">
                <a16:creationId xmlns:a16="http://schemas.microsoft.com/office/drawing/2014/main" id="{22858322-F38C-C8D8-2F37-5B06AEE3DBC5}"/>
              </a:ext>
            </a:extLst>
          </p:cNvPr>
          <p:cNvSpPr>
            <a:spLocks noGrp="1"/>
          </p:cNvSpPr>
          <p:nvPr>
            <p:ph type="sldNum" sz="quarter" idx="12"/>
          </p:nvPr>
        </p:nvSpPr>
        <p:spPr/>
        <p:txBody>
          <a:bodyPr/>
          <a:lstStyle/>
          <a:p>
            <a:fld id="{76BEF329-CF39-4667-9549-3F9C39E42F91}" type="slidenum">
              <a:rPr lang="en-GB" smtClean="0"/>
              <a:t>6</a:t>
            </a:fld>
            <a:endParaRPr lang="en-GB"/>
          </a:p>
        </p:txBody>
      </p:sp>
      <p:graphicFrame>
        <p:nvGraphicFramePr>
          <p:cNvPr id="10" name="Diagram 9">
            <a:extLst>
              <a:ext uri="{FF2B5EF4-FFF2-40B4-BE49-F238E27FC236}">
                <a16:creationId xmlns:a16="http://schemas.microsoft.com/office/drawing/2014/main" id="{AD558807-D4E7-2BB2-4B88-CF39863A2DB0}"/>
              </a:ext>
            </a:extLst>
          </p:cNvPr>
          <p:cNvGraphicFramePr/>
          <p:nvPr>
            <p:extLst>
              <p:ext uri="{D42A27DB-BD31-4B8C-83A1-F6EECF244321}">
                <p14:modId xmlns:p14="http://schemas.microsoft.com/office/powerpoint/2010/main" val="2506346308"/>
              </p:ext>
            </p:extLst>
          </p:nvPr>
        </p:nvGraphicFramePr>
        <p:xfrm>
          <a:off x="838200" y="2259648"/>
          <a:ext cx="10515600" cy="21532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165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7A7D6-AC9D-7018-295E-9224D96266DE}"/>
              </a:ext>
            </a:extLst>
          </p:cNvPr>
          <p:cNvSpPr>
            <a:spLocks noGrp="1"/>
          </p:cNvSpPr>
          <p:nvPr>
            <p:ph type="title"/>
          </p:nvPr>
        </p:nvSpPr>
        <p:spPr/>
        <p:txBody>
          <a:bodyPr/>
          <a:lstStyle/>
          <a:p>
            <a:r>
              <a:rPr lang="en-GB" dirty="0"/>
              <a:t>Data Integration</a:t>
            </a:r>
          </a:p>
        </p:txBody>
      </p:sp>
      <p:sp>
        <p:nvSpPr>
          <p:cNvPr id="3" name="Content Placeholder 2">
            <a:extLst>
              <a:ext uri="{FF2B5EF4-FFF2-40B4-BE49-F238E27FC236}">
                <a16:creationId xmlns:a16="http://schemas.microsoft.com/office/drawing/2014/main" id="{0A028D7E-AE84-E6E0-06C4-D9C5912B5950}"/>
              </a:ext>
            </a:extLst>
          </p:cNvPr>
          <p:cNvSpPr>
            <a:spLocks noGrp="1"/>
          </p:cNvSpPr>
          <p:nvPr>
            <p:ph idx="1"/>
          </p:nvPr>
        </p:nvSpPr>
        <p:spPr/>
        <p:txBody>
          <a:bodyPr>
            <a:normAutofit/>
          </a:bodyPr>
          <a:lstStyle/>
          <a:p>
            <a:pPr marL="0" indent="0">
              <a:buNone/>
            </a:pPr>
            <a:r>
              <a:rPr lang="en-GB" sz="2400" b="1" dirty="0"/>
              <a:t>Problem</a:t>
            </a:r>
          </a:p>
          <a:p>
            <a:pPr marL="0" indent="0">
              <a:buNone/>
            </a:pPr>
            <a:r>
              <a:rPr lang="en-GB" sz="1800" dirty="0"/>
              <a:t>Tracking and event data</a:t>
            </a:r>
          </a:p>
          <a:p>
            <a:pPr marL="0" indent="0">
              <a:lnSpc>
                <a:spcPct val="150000"/>
              </a:lnSpc>
              <a:buNone/>
            </a:pPr>
            <a:r>
              <a:rPr lang="en-GB" sz="1800" dirty="0"/>
              <a:t>• Recorded independently</a:t>
            </a:r>
            <a:br>
              <a:rPr lang="en-GB" sz="1800" dirty="0"/>
            </a:br>
            <a:r>
              <a:rPr lang="en-GB" sz="1800" dirty="0"/>
              <a:t>• Different timestamps</a:t>
            </a:r>
            <a:br>
              <a:rPr lang="en-GB" sz="1800" dirty="0"/>
            </a:br>
            <a:r>
              <a:rPr lang="en-GB" sz="1800" dirty="0"/>
              <a:t>• Different formats</a:t>
            </a:r>
          </a:p>
          <a:p>
            <a:pPr marL="0" indent="0">
              <a:buNone/>
            </a:pPr>
            <a:endParaRPr lang="en-GB" sz="1800" dirty="0"/>
          </a:p>
          <a:p>
            <a:pPr marL="0" indent="0">
              <a:buNone/>
            </a:pPr>
            <a:r>
              <a:rPr lang="en-GB" sz="2400" b="1" dirty="0"/>
              <a:t>Integration Pipeline</a:t>
            </a:r>
          </a:p>
        </p:txBody>
      </p:sp>
      <p:sp>
        <p:nvSpPr>
          <p:cNvPr id="4" name="Slide Number Placeholder 3">
            <a:extLst>
              <a:ext uri="{FF2B5EF4-FFF2-40B4-BE49-F238E27FC236}">
                <a16:creationId xmlns:a16="http://schemas.microsoft.com/office/drawing/2014/main" id="{3880BC0A-09C7-2EBE-75BE-E1AF1AE173D8}"/>
              </a:ext>
            </a:extLst>
          </p:cNvPr>
          <p:cNvSpPr>
            <a:spLocks noGrp="1"/>
          </p:cNvSpPr>
          <p:nvPr>
            <p:ph type="sldNum" sz="quarter" idx="12"/>
          </p:nvPr>
        </p:nvSpPr>
        <p:spPr/>
        <p:txBody>
          <a:bodyPr/>
          <a:lstStyle/>
          <a:p>
            <a:fld id="{76BEF329-CF39-4667-9549-3F9C39E42F91}" type="slidenum">
              <a:rPr lang="en-GB" smtClean="0"/>
              <a:t>7</a:t>
            </a:fld>
            <a:endParaRPr lang="en-GB"/>
          </a:p>
        </p:txBody>
      </p:sp>
      <p:graphicFrame>
        <p:nvGraphicFramePr>
          <p:cNvPr id="8" name="Diagram 7">
            <a:extLst>
              <a:ext uri="{FF2B5EF4-FFF2-40B4-BE49-F238E27FC236}">
                <a16:creationId xmlns:a16="http://schemas.microsoft.com/office/drawing/2014/main" id="{26642906-A585-BC1B-70FB-C87BBD6827C2}"/>
              </a:ext>
            </a:extLst>
          </p:cNvPr>
          <p:cNvGraphicFramePr/>
          <p:nvPr>
            <p:extLst>
              <p:ext uri="{D42A27DB-BD31-4B8C-83A1-F6EECF244321}">
                <p14:modId xmlns:p14="http://schemas.microsoft.com/office/powerpoint/2010/main" val="3687070443"/>
              </p:ext>
            </p:extLst>
          </p:nvPr>
        </p:nvGraphicFramePr>
        <p:xfrm>
          <a:off x="838200" y="4636211"/>
          <a:ext cx="8118987" cy="1630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8549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22293-A4D0-DE31-4EE2-B15F4C238B65}"/>
              </a:ext>
            </a:extLst>
          </p:cNvPr>
          <p:cNvSpPr>
            <a:spLocks noGrp="1"/>
          </p:cNvSpPr>
          <p:nvPr>
            <p:ph type="title"/>
          </p:nvPr>
        </p:nvSpPr>
        <p:spPr/>
        <p:txBody>
          <a:bodyPr/>
          <a:lstStyle/>
          <a:p>
            <a:r>
              <a:rPr lang="en-GB" dirty="0"/>
              <a:t>Context Construction</a:t>
            </a:r>
          </a:p>
        </p:txBody>
      </p:sp>
      <p:sp>
        <p:nvSpPr>
          <p:cNvPr id="4" name="Slide Number Placeholder 3">
            <a:extLst>
              <a:ext uri="{FF2B5EF4-FFF2-40B4-BE49-F238E27FC236}">
                <a16:creationId xmlns:a16="http://schemas.microsoft.com/office/drawing/2014/main" id="{A5FCB9EE-D675-E673-99DD-E5822D9889C0}"/>
              </a:ext>
            </a:extLst>
          </p:cNvPr>
          <p:cNvSpPr>
            <a:spLocks noGrp="1"/>
          </p:cNvSpPr>
          <p:nvPr>
            <p:ph type="sldNum" sz="quarter" idx="12"/>
          </p:nvPr>
        </p:nvSpPr>
        <p:spPr/>
        <p:txBody>
          <a:bodyPr/>
          <a:lstStyle/>
          <a:p>
            <a:fld id="{76BEF329-CF39-4667-9549-3F9C39E42F91}" type="slidenum">
              <a:rPr lang="en-GB" smtClean="0"/>
              <a:t>8</a:t>
            </a:fld>
            <a:endParaRPr lang="en-GB"/>
          </a:p>
        </p:txBody>
      </p:sp>
      <p:graphicFrame>
        <p:nvGraphicFramePr>
          <p:cNvPr id="5" name="Diagram 4">
            <a:extLst>
              <a:ext uri="{FF2B5EF4-FFF2-40B4-BE49-F238E27FC236}">
                <a16:creationId xmlns:a16="http://schemas.microsoft.com/office/drawing/2014/main" id="{B9E7F039-A1AD-8847-7991-0AFA360C893A}"/>
              </a:ext>
            </a:extLst>
          </p:cNvPr>
          <p:cNvGraphicFramePr/>
          <p:nvPr>
            <p:extLst>
              <p:ext uri="{D42A27DB-BD31-4B8C-83A1-F6EECF244321}">
                <p14:modId xmlns:p14="http://schemas.microsoft.com/office/powerpoint/2010/main" val="3665328103"/>
              </p:ext>
            </p:extLst>
          </p:nvPr>
        </p:nvGraphicFramePr>
        <p:xfrm>
          <a:off x="2032000" y="1690688"/>
          <a:ext cx="8055897" cy="4447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8120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CD5B9-DED8-79A6-B081-3A546717A240}"/>
              </a:ext>
            </a:extLst>
          </p:cNvPr>
          <p:cNvSpPr>
            <a:spLocks noGrp="1"/>
          </p:cNvSpPr>
          <p:nvPr>
            <p:ph type="title"/>
          </p:nvPr>
        </p:nvSpPr>
        <p:spPr/>
        <p:txBody>
          <a:bodyPr/>
          <a:lstStyle/>
          <a:p>
            <a:r>
              <a:rPr lang="en-GB" dirty="0"/>
              <a:t>Behaviour Detection</a:t>
            </a:r>
          </a:p>
        </p:txBody>
      </p:sp>
      <p:sp>
        <p:nvSpPr>
          <p:cNvPr id="4" name="Slide Number Placeholder 3">
            <a:extLst>
              <a:ext uri="{FF2B5EF4-FFF2-40B4-BE49-F238E27FC236}">
                <a16:creationId xmlns:a16="http://schemas.microsoft.com/office/drawing/2014/main" id="{9722928A-FF3B-2C4F-BFCD-0CDB22C23CD0}"/>
              </a:ext>
            </a:extLst>
          </p:cNvPr>
          <p:cNvSpPr>
            <a:spLocks noGrp="1"/>
          </p:cNvSpPr>
          <p:nvPr>
            <p:ph type="sldNum" sz="quarter" idx="12"/>
          </p:nvPr>
        </p:nvSpPr>
        <p:spPr/>
        <p:txBody>
          <a:bodyPr/>
          <a:lstStyle/>
          <a:p>
            <a:fld id="{76BEF329-CF39-4667-9549-3F9C39E42F91}" type="slidenum">
              <a:rPr lang="en-GB" smtClean="0"/>
              <a:t>9</a:t>
            </a:fld>
            <a:endParaRPr lang="en-GB"/>
          </a:p>
        </p:txBody>
      </p:sp>
      <p:graphicFrame>
        <p:nvGraphicFramePr>
          <p:cNvPr id="5" name="Diagram 4">
            <a:extLst>
              <a:ext uri="{FF2B5EF4-FFF2-40B4-BE49-F238E27FC236}">
                <a16:creationId xmlns:a16="http://schemas.microsoft.com/office/drawing/2014/main" id="{7D4E3D2C-C03A-5090-66F7-B25FAFCFF651}"/>
              </a:ext>
            </a:extLst>
          </p:cNvPr>
          <p:cNvGraphicFramePr/>
          <p:nvPr>
            <p:extLst>
              <p:ext uri="{D42A27DB-BD31-4B8C-83A1-F6EECF244321}">
                <p14:modId xmlns:p14="http://schemas.microsoft.com/office/powerpoint/2010/main" val="962179609"/>
              </p:ext>
            </p:extLst>
          </p:nvPr>
        </p:nvGraphicFramePr>
        <p:xfrm>
          <a:off x="1877961" y="1690689"/>
          <a:ext cx="7895304" cy="4665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63308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A095-2F5A-4E17-9E93-156DA0EDB55F}"/>
              </a:ext>
            </a:extLst>
          </p:cNvPr>
          <p:cNvSpPr>
            <a:spLocks noGrp="1"/>
          </p:cNvSpPr>
          <p:nvPr>
            <p:ph type="title"/>
          </p:nvPr>
        </p:nvSpPr>
        <p:spPr/>
        <p:txBody>
          <a:bodyPr/>
          <a:lstStyle/>
          <a:p>
            <a:r>
              <a:rPr lang="en-GB" dirty="0"/>
              <a:t>Sequence Modelling (1/2)</a:t>
            </a:r>
          </a:p>
        </p:txBody>
      </p:sp>
      <p:sp>
        <p:nvSpPr>
          <p:cNvPr id="3" name="Content Placeholder 2">
            <a:extLst>
              <a:ext uri="{FF2B5EF4-FFF2-40B4-BE49-F238E27FC236}">
                <a16:creationId xmlns:a16="http://schemas.microsoft.com/office/drawing/2014/main" id="{ADFDF768-9509-49CC-1FE7-23D3C3014933}"/>
              </a:ext>
            </a:extLst>
          </p:cNvPr>
          <p:cNvSpPr>
            <a:spLocks noGrp="1"/>
          </p:cNvSpPr>
          <p:nvPr>
            <p:ph idx="1"/>
          </p:nvPr>
        </p:nvSpPr>
        <p:spPr/>
        <p:txBody>
          <a:bodyPr/>
          <a:lstStyle/>
          <a:p>
            <a:pPr>
              <a:lnSpc>
                <a:spcPct val="100000"/>
              </a:lnSpc>
            </a:pPr>
            <a:r>
              <a:rPr lang="en-GB" sz="2400" dirty="0"/>
              <a:t>Initialization</a:t>
            </a:r>
          </a:p>
          <a:p>
            <a:pPr marL="457200" lvl="1" indent="0">
              <a:lnSpc>
                <a:spcPct val="100000"/>
              </a:lnSpc>
              <a:buNone/>
            </a:pPr>
            <a:r>
              <a:rPr lang="en-GB" sz="1600" dirty="0"/>
              <a:t>Begins when the first valid pressing run is detected within a valid pressing context.</a:t>
            </a:r>
          </a:p>
          <a:p>
            <a:pPr marL="457200" lvl="1" indent="0">
              <a:lnSpc>
                <a:spcPct val="100000"/>
              </a:lnSpc>
              <a:buNone/>
            </a:pPr>
            <a:endParaRPr lang="en-GB" sz="1600" dirty="0"/>
          </a:p>
          <a:p>
            <a:pPr>
              <a:lnSpc>
                <a:spcPct val="100000"/>
              </a:lnSpc>
            </a:pPr>
            <a:r>
              <a:rPr lang="en-GB" sz="2400" dirty="0"/>
              <a:t>Continuation</a:t>
            </a:r>
          </a:p>
          <a:p>
            <a:pPr marL="457200" lvl="1" indent="0">
              <a:lnSpc>
                <a:spcPct val="100000"/>
              </a:lnSpc>
              <a:buNone/>
            </a:pPr>
            <a:r>
              <a:rPr lang="en-GB" sz="1600" dirty="0"/>
              <a:t>Maintained across passing phases and brief interruptions using grace logic.</a:t>
            </a:r>
          </a:p>
          <a:p>
            <a:pPr marL="457200" lvl="1" indent="0">
              <a:lnSpc>
                <a:spcPct val="100000"/>
              </a:lnSpc>
              <a:buNone/>
            </a:pPr>
            <a:endParaRPr lang="en-GB" sz="1600" dirty="0"/>
          </a:p>
          <a:p>
            <a:pPr>
              <a:lnSpc>
                <a:spcPct val="100000"/>
              </a:lnSpc>
            </a:pPr>
            <a:r>
              <a:rPr lang="en-GB" sz="2400" dirty="0"/>
              <a:t>Termination</a:t>
            </a:r>
          </a:p>
          <a:p>
            <a:pPr marL="457200" lvl="1" indent="0">
              <a:lnSpc>
                <a:spcPct val="100000"/>
              </a:lnSpc>
              <a:buNone/>
            </a:pPr>
            <a:r>
              <a:rPr lang="en-GB" sz="1600" dirty="0"/>
              <a:t>Ends when pressing is no longer sustained or the tactical context becomes invalid.</a:t>
            </a:r>
            <a:endParaRPr lang="en-GB" dirty="0"/>
          </a:p>
        </p:txBody>
      </p:sp>
      <p:sp>
        <p:nvSpPr>
          <p:cNvPr id="4" name="Slide Number Placeholder 3">
            <a:extLst>
              <a:ext uri="{FF2B5EF4-FFF2-40B4-BE49-F238E27FC236}">
                <a16:creationId xmlns:a16="http://schemas.microsoft.com/office/drawing/2014/main" id="{7F8F8ED6-A90A-A4A5-9B36-A480BDC12B43}"/>
              </a:ext>
            </a:extLst>
          </p:cNvPr>
          <p:cNvSpPr>
            <a:spLocks noGrp="1"/>
          </p:cNvSpPr>
          <p:nvPr>
            <p:ph type="sldNum" sz="quarter" idx="12"/>
          </p:nvPr>
        </p:nvSpPr>
        <p:spPr/>
        <p:txBody>
          <a:bodyPr/>
          <a:lstStyle/>
          <a:p>
            <a:fld id="{76BEF329-CF39-4667-9549-3F9C39E42F91}" type="slidenum">
              <a:rPr lang="en-GB" smtClean="0"/>
              <a:t>10</a:t>
            </a:fld>
            <a:endParaRPr lang="en-GB" dirty="0"/>
          </a:p>
        </p:txBody>
      </p:sp>
    </p:spTree>
    <p:extLst>
      <p:ext uri="{BB962C8B-B14F-4D97-AF65-F5344CB8AC3E}">
        <p14:creationId xmlns:p14="http://schemas.microsoft.com/office/powerpoint/2010/main" val="2300150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6605-EDD9-86C1-4028-7D43554C8183}"/>
              </a:ext>
            </a:extLst>
          </p:cNvPr>
          <p:cNvSpPr>
            <a:spLocks noGrp="1"/>
          </p:cNvSpPr>
          <p:nvPr>
            <p:ph type="title"/>
          </p:nvPr>
        </p:nvSpPr>
        <p:spPr/>
        <p:txBody>
          <a:bodyPr/>
          <a:lstStyle/>
          <a:p>
            <a:r>
              <a:rPr lang="en-GB" dirty="0"/>
              <a:t>Sequence Modelling (2/2)</a:t>
            </a:r>
          </a:p>
        </p:txBody>
      </p:sp>
      <p:sp>
        <p:nvSpPr>
          <p:cNvPr id="13" name="TextBox 12">
            <a:extLst>
              <a:ext uri="{FF2B5EF4-FFF2-40B4-BE49-F238E27FC236}">
                <a16:creationId xmlns:a16="http://schemas.microsoft.com/office/drawing/2014/main" id="{EE87BC4E-36AB-31AE-7432-0A22CD77C757}"/>
              </a:ext>
            </a:extLst>
          </p:cNvPr>
          <p:cNvSpPr txBox="1"/>
          <p:nvPr/>
        </p:nvSpPr>
        <p:spPr>
          <a:xfrm>
            <a:off x="4933009" y="3854792"/>
            <a:ext cx="1764069" cy="369332"/>
          </a:xfrm>
          <a:prstGeom prst="rect">
            <a:avLst/>
          </a:prstGeom>
          <a:noFill/>
        </p:spPr>
        <p:txBody>
          <a:bodyPr wrap="square" rtlCol="0">
            <a:spAutoFit/>
          </a:bodyPr>
          <a:lstStyle/>
          <a:p>
            <a:r>
              <a:rPr lang="en-GB" dirty="0"/>
              <a:t>Whole Sequence</a:t>
            </a:r>
          </a:p>
        </p:txBody>
      </p:sp>
      <p:graphicFrame>
        <p:nvGraphicFramePr>
          <p:cNvPr id="3" name="Table 2">
            <a:extLst>
              <a:ext uri="{FF2B5EF4-FFF2-40B4-BE49-F238E27FC236}">
                <a16:creationId xmlns:a16="http://schemas.microsoft.com/office/drawing/2014/main" id="{8A0A02CE-4B16-4B2B-94BE-E7AB221CCA3D}"/>
              </a:ext>
            </a:extLst>
          </p:cNvPr>
          <p:cNvGraphicFramePr>
            <a:graphicFrameLocks noGrp="1"/>
          </p:cNvGraphicFramePr>
          <p:nvPr>
            <p:extLst>
              <p:ext uri="{D42A27DB-BD31-4B8C-83A1-F6EECF244321}">
                <p14:modId xmlns:p14="http://schemas.microsoft.com/office/powerpoint/2010/main" val="2585773827"/>
              </p:ext>
            </p:extLst>
          </p:nvPr>
        </p:nvGraphicFramePr>
        <p:xfrm>
          <a:off x="436880" y="3058160"/>
          <a:ext cx="11409680" cy="370840"/>
        </p:xfrm>
        <a:graphic>
          <a:graphicData uri="http://schemas.openxmlformats.org/drawingml/2006/table">
            <a:tbl>
              <a:tblPr firstRow="1" bandRow="1">
                <a:tableStyleId>{5940675A-B579-460E-94D1-54222C63F5DA}</a:tableStyleId>
              </a:tblPr>
              <a:tblGrid>
                <a:gridCol w="2936240">
                  <a:extLst>
                    <a:ext uri="{9D8B030D-6E8A-4147-A177-3AD203B41FA5}">
                      <a16:colId xmlns:a16="http://schemas.microsoft.com/office/drawing/2014/main" val="2914283911"/>
                    </a:ext>
                  </a:extLst>
                </a:gridCol>
                <a:gridCol w="1627632">
                  <a:extLst>
                    <a:ext uri="{9D8B030D-6E8A-4147-A177-3AD203B41FA5}">
                      <a16:colId xmlns:a16="http://schemas.microsoft.com/office/drawing/2014/main" val="270324493"/>
                    </a:ext>
                  </a:extLst>
                </a:gridCol>
                <a:gridCol w="2281936">
                  <a:extLst>
                    <a:ext uri="{9D8B030D-6E8A-4147-A177-3AD203B41FA5}">
                      <a16:colId xmlns:a16="http://schemas.microsoft.com/office/drawing/2014/main" val="3511763976"/>
                    </a:ext>
                  </a:extLst>
                </a:gridCol>
                <a:gridCol w="1302512">
                  <a:extLst>
                    <a:ext uri="{9D8B030D-6E8A-4147-A177-3AD203B41FA5}">
                      <a16:colId xmlns:a16="http://schemas.microsoft.com/office/drawing/2014/main" val="365451307"/>
                    </a:ext>
                  </a:extLst>
                </a:gridCol>
                <a:gridCol w="3261360">
                  <a:extLst>
                    <a:ext uri="{9D8B030D-6E8A-4147-A177-3AD203B41FA5}">
                      <a16:colId xmlns:a16="http://schemas.microsoft.com/office/drawing/2014/main" val="3099909836"/>
                    </a:ext>
                  </a:extLst>
                </a:gridCol>
              </a:tblGrid>
              <a:tr h="370840">
                <a:tc>
                  <a:txBody>
                    <a:bodyPr/>
                    <a:lstStyle/>
                    <a:p>
                      <a:pPr algn="ctr"/>
                      <a:r>
                        <a:rPr lang="en-GB" dirty="0"/>
                        <a:t>Pressing Run 1</a:t>
                      </a:r>
                    </a:p>
                  </a:txBody>
                  <a:tcPr/>
                </a:tc>
                <a:tc>
                  <a:txBody>
                    <a:bodyPr/>
                    <a:lstStyle/>
                    <a:p>
                      <a:pPr algn="ctr"/>
                      <a:r>
                        <a:rPr lang="en-GB" dirty="0"/>
                        <a:t>Continuity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Pressing Run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Continuity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t>Pressing Run 3</a:t>
                      </a:r>
                    </a:p>
                  </a:txBody>
                  <a:tcPr/>
                </a:tc>
                <a:extLst>
                  <a:ext uri="{0D108BD9-81ED-4DB2-BD59-A6C34878D82A}">
                    <a16:rowId xmlns:a16="http://schemas.microsoft.com/office/drawing/2014/main" val="3401642221"/>
                  </a:ext>
                </a:extLst>
              </a:tr>
            </a:tbl>
          </a:graphicData>
        </a:graphic>
      </p:graphicFrame>
      <p:cxnSp>
        <p:nvCxnSpPr>
          <p:cNvPr id="12" name="Straight Arrow Connector 11">
            <a:extLst>
              <a:ext uri="{FF2B5EF4-FFF2-40B4-BE49-F238E27FC236}">
                <a16:creationId xmlns:a16="http://schemas.microsoft.com/office/drawing/2014/main" id="{9074DB83-64D5-E201-B30A-099ECD91324E}"/>
              </a:ext>
            </a:extLst>
          </p:cNvPr>
          <p:cNvCxnSpPr/>
          <p:nvPr/>
        </p:nvCxnSpPr>
        <p:spPr>
          <a:xfrm flipH="1">
            <a:off x="436880" y="4039458"/>
            <a:ext cx="427736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5FC7B495-02FD-C31D-9E8D-97CD8C5ADDFF}"/>
              </a:ext>
            </a:extLst>
          </p:cNvPr>
          <p:cNvCxnSpPr/>
          <p:nvPr/>
        </p:nvCxnSpPr>
        <p:spPr>
          <a:xfrm>
            <a:off x="6837680" y="4039458"/>
            <a:ext cx="50088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48E71C02-A7DE-B110-DF5B-EA028E9D66D8}"/>
              </a:ext>
            </a:extLst>
          </p:cNvPr>
          <p:cNvCxnSpPr>
            <a:cxnSpLocks/>
          </p:cNvCxnSpPr>
          <p:nvPr/>
        </p:nvCxnSpPr>
        <p:spPr>
          <a:xfrm flipH="1">
            <a:off x="436880" y="2301146"/>
            <a:ext cx="914400" cy="694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19AFF0FA-E994-3897-FB3E-2278EA250A52}"/>
              </a:ext>
            </a:extLst>
          </p:cNvPr>
          <p:cNvSpPr txBox="1"/>
          <p:nvPr/>
        </p:nvSpPr>
        <p:spPr>
          <a:xfrm>
            <a:off x="1239520" y="1670149"/>
            <a:ext cx="1280160" cy="646331"/>
          </a:xfrm>
          <a:prstGeom prst="rect">
            <a:avLst/>
          </a:prstGeom>
          <a:noFill/>
        </p:spPr>
        <p:txBody>
          <a:bodyPr wrap="square" rtlCol="0">
            <a:spAutoFit/>
          </a:bodyPr>
          <a:lstStyle/>
          <a:p>
            <a:r>
              <a:rPr lang="en-GB" dirty="0"/>
              <a:t>Sequence Initiation</a:t>
            </a:r>
          </a:p>
        </p:txBody>
      </p:sp>
      <p:sp>
        <p:nvSpPr>
          <p:cNvPr id="32" name="TextBox 31">
            <a:extLst>
              <a:ext uri="{FF2B5EF4-FFF2-40B4-BE49-F238E27FC236}">
                <a16:creationId xmlns:a16="http://schemas.microsoft.com/office/drawing/2014/main" id="{A7A9505B-D610-2050-9493-55F28F746359}"/>
              </a:ext>
            </a:extLst>
          </p:cNvPr>
          <p:cNvSpPr txBox="1"/>
          <p:nvPr/>
        </p:nvSpPr>
        <p:spPr>
          <a:xfrm>
            <a:off x="9687560" y="1670148"/>
            <a:ext cx="1346200" cy="646331"/>
          </a:xfrm>
          <a:prstGeom prst="rect">
            <a:avLst/>
          </a:prstGeom>
          <a:noFill/>
        </p:spPr>
        <p:txBody>
          <a:bodyPr wrap="square" rtlCol="0">
            <a:spAutoFit/>
          </a:bodyPr>
          <a:lstStyle/>
          <a:p>
            <a:r>
              <a:rPr lang="en-GB" dirty="0"/>
              <a:t>Sequence Termination</a:t>
            </a:r>
          </a:p>
        </p:txBody>
      </p:sp>
      <p:cxnSp>
        <p:nvCxnSpPr>
          <p:cNvPr id="35" name="Straight Arrow Connector 34">
            <a:extLst>
              <a:ext uri="{FF2B5EF4-FFF2-40B4-BE49-F238E27FC236}">
                <a16:creationId xmlns:a16="http://schemas.microsoft.com/office/drawing/2014/main" id="{817040BB-EB76-51D1-99D4-41D6CF7CF7F6}"/>
              </a:ext>
            </a:extLst>
          </p:cNvPr>
          <p:cNvCxnSpPr>
            <a:cxnSpLocks/>
          </p:cNvCxnSpPr>
          <p:nvPr/>
        </p:nvCxnSpPr>
        <p:spPr>
          <a:xfrm>
            <a:off x="10800080" y="2301146"/>
            <a:ext cx="1046480" cy="6945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5241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C0454-BEEA-7B40-FEB2-5EAB830C7B6D}"/>
              </a:ext>
            </a:extLst>
          </p:cNvPr>
          <p:cNvSpPr>
            <a:spLocks noGrp="1"/>
          </p:cNvSpPr>
          <p:nvPr>
            <p:ph type="title"/>
          </p:nvPr>
        </p:nvSpPr>
        <p:spPr/>
        <p:txBody>
          <a:bodyPr/>
          <a:lstStyle/>
          <a:p>
            <a:r>
              <a:rPr lang="en-GB" dirty="0"/>
              <a:t>Outcome Evaluation</a:t>
            </a:r>
          </a:p>
        </p:txBody>
      </p:sp>
      <p:sp>
        <p:nvSpPr>
          <p:cNvPr id="3" name="Content Placeholder 2">
            <a:extLst>
              <a:ext uri="{FF2B5EF4-FFF2-40B4-BE49-F238E27FC236}">
                <a16:creationId xmlns:a16="http://schemas.microsoft.com/office/drawing/2014/main" id="{1CAFFC85-5E73-5BAD-226B-B6E220730028}"/>
              </a:ext>
            </a:extLst>
          </p:cNvPr>
          <p:cNvSpPr>
            <a:spLocks noGrp="1"/>
          </p:cNvSpPr>
          <p:nvPr>
            <p:ph idx="1"/>
          </p:nvPr>
        </p:nvSpPr>
        <p:spPr>
          <a:xfrm>
            <a:off x="838200" y="2445058"/>
            <a:ext cx="5346290" cy="3532956"/>
          </a:xfrm>
        </p:spPr>
        <p:txBody>
          <a:bodyPr/>
          <a:lstStyle/>
          <a:p>
            <a:pPr marL="0" indent="0">
              <a:buNone/>
            </a:pPr>
            <a:r>
              <a:rPr lang="en-GB" sz="2000" dirty="0"/>
              <a:t>Positive Outcomes</a:t>
            </a:r>
          </a:p>
          <a:p>
            <a:pPr lvl="1"/>
            <a:r>
              <a:rPr lang="en-GB" sz="1600" dirty="0"/>
              <a:t>Possession regain</a:t>
            </a:r>
          </a:p>
          <a:p>
            <a:pPr lvl="1"/>
            <a:r>
              <a:rPr lang="en-GB" sz="1600" dirty="0"/>
              <a:t>Forced clearance</a:t>
            </a:r>
          </a:p>
          <a:p>
            <a:pPr lvl="1"/>
            <a:r>
              <a:rPr lang="en-GB" sz="1600" dirty="0"/>
              <a:t>Forced backward/sideways play</a:t>
            </a:r>
            <a:endParaRPr lang="en-GB" sz="2000" dirty="0"/>
          </a:p>
          <a:p>
            <a:pPr marL="0" indent="0">
              <a:buNone/>
            </a:pPr>
            <a:r>
              <a:rPr lang="en-GB" sz="2000" dirty="0"/>
              <a:t>Neutral Outcomes</a:t>
            </a:r>
          </a:p>
          <a:p>
            <a:pPr lvl="1"/>
            <a:r>
              <a:rPr lang="en-GB" sz="1600" dirty="0"/>
              <a:t>No meaningful tactical change</a:t>
            </a:r>
          </a:p>
          <a:p>
            <a:pPr marL="0" indent="0">
              <a:buNone/>
            </a:pPr>
            <a:r>
              <a:rPr lang="en-GB" sz="2000" dirty="0"/>
              <a:t>Negative Outcomes</a:t>
            </a:r>
          </a:p>
          <a:p>
            <a:pPr lvl="1"/>
            <a:r>
              <a:rPr lang="en-GB" sz="1600" dirty="0"/>
              <a:t>Press bypassed</a:t>
            </a:r>
          </a:p>
          <a:p>
            <a:pPr lvl="1"/>
            <a:r>
              <a:rPr lang="en-GB" sz="1600" dirty="0"/>
              <a:t>Fast progression</a:t>
            </a:r>
          </a:p>
          <a:p>
            <a:pPr lvl="1"/>
            <a:r>
              <a:rPr lang="en-GB" sz="1600" dirty="0"/>
              <a:t>Shot conceded</a:t>
            </a:r>
          </a:p>
        </p:txBody>
      </p:sp>
      <p:sp>
        <p:nvSpPr>
          <p:cNvPr id="4" name="Slide Number Placeholder 3">
            <a:extLst>
              <a:ext uri="{FF2B5EF4-FFF2-40B4-BE49-F238E27FC236}">
                <a16:creationId xmlns:a16="http://schemas.microsoft.com/office/drawing/2014/main" id="{E5BAEDE0-61C8-0550-DB51-A83E80B3FF6F}"/>
              </a:ext>
            </a:extLst>
          </p:cNvPr>
          <p:cNvSpPr>
            <a:spLocks noGrp="1"/>
          </p:cNvSpPr>
          <p:nvPr>
            <p:ph type="sldNum" sz="quarter" idx="12"/>
          </p:nvPr>
        </p:nvSpPr>
        <p:spPr/>
        <p:txBody>
          <a:bodyPr/>
          <a:lstStyle/>
          <a:p>
            <a:fld id="{76BEF329-CF39-4667-9549-3F9C39E42F91}" type="slidenum">
              <a:rPr lang="en-GB" smtClean="0"/>
              <a:t>12</a:t>
            </a:fld>
            <a:endParaRPr lang="en-GB"/>
          </a:p>
        </p:txBody>
      </p:sp>
      <p:sp>
        <p:nvSpPr>
          <p:cNvPr id="6" name="Content Placeholder 2">
            <a:extLst>
              <a:ext uri="{FF2B5EF4-FFF2-40B4-BE49-F238E27FC236}">
                <a16:creationId xmlns:a16="http://schemas.microsoft.com/office/drawing/2014/main" id="{FBF9B2D7-DCE1-8DEF-699B-D967AE8B9A01}"/>
              </a:ext>
            </a:extLst>
          </p:cNvPr>
          <p:cNvSpPr txBox="1">
            <a:spLocks/>
          </p:cNvSpPr>
          <p:nvPr/>
        </p:nvSpPr>
        <p:spPr>
          <a:xfrm>
            <a:off x="838200" y="1789472"/>
            <a:ext cx="3664974" cy="46096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u="sng" dirty="0"/>
              <a:t>Outcome Classification</a:t>
            </a:r>
            <a:endParaRPr lang="en-GB" sz="2400" u="sng" dirty="0"/>
          </a:p>
        </p:txBody>
      </p:sp>
      <p:sp>
        <p:nvSpPr>
          <p:cNvPr id="7" name="Content Placeholder 2">
            <a:extLst>
              <a:ext uri="{FF2B5EF4-FFF2-40B4-BE49-F238E27FC236}">
                <a16:creationId xmlns:a16="http://schemas.microsoft.com/office/drawing/2014/main" id="{E0E6FD4A-698F-461B-1E55-63BA8EA08D5C}"/>
              </a:ext>
            </a:extLst>
          </p:cNvPr>
          <p:cNvSpPr txBox="1">
            <a:spLocks/>
          </p:cNvSpPr>
          <p:nvPr/>
        </p:nvSpPr>
        <p:spPr>
          <a:xfrm>
            <a:off x="7053209" y="1789472"/>
            <a:ext cx="3467101" cy="46096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u="sng" dirty="0"/>
              <a:t>Composite Press Score</a:t>
            </a:r>
            <a:endParaRPr lang="en-GB" sz="2400" u="sng" dirty="0"/>
          </a:p>
        </p:txBody>
      </p:sp>
      <p:graphicFrame>
        <p:nvGraphicFramePr>
          <p:cNvPr id="8" name="Diagram 7">
            <a:extLst>
              <a:ext uri="{FF2B5EF4-FFF2-40B4-BE49-F238E27FC236}">
                <a16:creationId xmlns:a16="http://schemas.microsoft.com/office/drawing/2014/main" id="{6DA98CF8-14F3-30CC-166F-AD219FD97C09}"/>
              </a:ext>
            </a:extLst>
          </p:cNvPr>
          <p:cNvGraphicFramePr/>
          <p:nvPr>
            <p:extLst>
              <p:ext uri="{D42A27DB-BD31-4B8C-83A1-F6EECF244321}">
                <p14:modId xmlns:p14="http://schemas.microsoft.com/office/powerpoint/2010/main" val="3532999113"/>
              </p:ext>
            </p:extLst>
          </p:nvPr>
        </p:nvGraphicFramePr>
        <p:xfrm>
          <a:off x="6327877" y="2638422"/>
          <a:ext cx="4917767" cy="3339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1564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5E23-AE8B-BE32-524C-20680248B6FA}"/>
              </a:ext>
            </a:extLst>
          </p:cNvPr>
          <p:cNvSpPr>
            <a:spLocks noGrp="1"/>
          </p:cNvSpPr>
          <p:nvPr>
            <p:ph type="title"/>
          </p:nvPr>
        </p:nvSpPr>
        <p:spPr/>
        <p:txBody>
          <a:bodyPr/>
          <a:lstStyle/>
          <a:p>
            <a:r>
              <a:rPr lang="en-GB" dirty="0"/>
              <a:t>Spatial Evaluation</a:t>
            </a:r>
          </a:p>
        </p:txBody>
      </p:sp>
      <p:sp>
        <p:nvSpPr>
          <p:cNvPr id="3" name="Content Placeholder 2">
            <a:extLst>
              <a:ext uri="{FF2B5EF4-FFF2-40B4-BE49-F238E27FC236}">
                <a16:creationId xmlns:a16="http://schemas.microsoft.com/office/drawing/2014/main" id="{9809A15C-A7BE-1C35-F772-C249E37328B3}"/>
              </a:ext>
            </a:extLst>
          </p:cNvPr>
          <p:cNvSpPr>
            <a:spLocks noGrp="1"/>
          </p:cNvSpPr>
          <p:nvPr>
            <p:ph idx="1"/>
          </p:nvPr>
        </p:nvSpPr>
        <p:spPr>
          <a:xfrm>
            <a:off x="7629832" y="1847850"/>
            <a:ext cx="3723968" cy="4351338"/>
          </a:xfrm>
        </p:spPr>
        <p:txBody>
          <a:bodyPr>
            <a:normAutofit/>
          </a:bodyPr>
          <a:lstStyle/>
          <a:p>
            <a:pPr>
              <a:buFont typeface="Wingdings" panose="05000000000000000000" pitchFamily="2" charset="2"/>
              <a:buChar char="ü"/>
            </a:pPr>
            <a:r>
              <a:rPr lang="en-GB" sz="2000" dirty="0"/>
              <a:t>Concentrated pressing activity in advanced defensive areas</a:t>
            </a:r>
          </a:p>
          <a:p>
            <a:pPr>
              <a:buFont typeface="Wingdings" panose="05000000000000000000" pitchFamily="2" charset="2"/>
              <a:buChar char="ü"/>
            </a:pPr>
            <a:r>
              <a:rPr lang="en-GB" sz="2000" dirty="0"/>
              <a:t>Spatial patterns align with expected high-pressing behaviour</a:t>
            </a:r>
          </a:p>
          <a:p>
            <a:pPr>
              <a:buFont typeface="Wingdings" panose="05000000000000000000" pitchFamily="2" charset="2"/>
              <a:buChar char="ü"/>
            </a:pPr>
            <a:r>
              <a:rPr lang="en-GB" sz="2000" dirty="0"/>
              <a:t>Indicates context filtering is functioning as intended</a:t>
            </a:r>
          </a:p>
          <a:p>
            <a:pPr>
              <a:buFont typeface="Wingdings" panose="05000000000000000000" pitchFamily="2" charset="2"/>
              <a:buChar char="ü"/>
            </a:pPr>
            <a:r>
              <a:rPr lang="en-GB" sz="2000" dirty="0"/>
              <a:t>Drop in intensity from the first half to the second mirrors realistic behaviour</a:t>
            </a:r>
          </a:p>
        </p:txBody>
      </p:sp>
      <p:sp>
        <p:nvSpPr>
          <p:cNvPr id="4" name="Slide Number Placeholder 3">
            <a:extLst>
              <a:ext uri="{FF2B5EF4-FFF2-40B4-BE49-F238E27FC236}">
                <a16:creationId xmlns:a16="http://schemas.microsoft.com/office/drawing/2014/main" id="{7C2E0582-75E6-9B73-F532-88A6FC4E0036}"/>
              </a:ext>
            </a:extLst>
          </p:cNvPr>
          <p:cNvSpPr>
            <a:spLocks noGrp="1"/>
          </p:cNvSpPr>
          <p:nvPr>
            <p:ph type="sldNum" sz="quarter" idx="12"/>
          </p:nvPr>
        </p:nvSpPr>
        <p:spPr/>
        <p:txBody>
          <a:bodyPr/>
          <a:lstStyle/>
          <a:p>
            <a:fld id="{76BEF329-CF39-4667-9549-3F9C39E42F91}" type="slidenum">
              <a:rPr lang="en-GB" smtClean="0"/>
              <a:t>13</a:t>
            </a:fld>
            <a:endParaRPr lang="en-GB"/>
          </a:p>
        </p:txBody>
      </p:sp>
      <p:pic>
        <p:nvPicPr>
          <p:cNvPr id="10" name="Picture 9">
            <a:extLst>
              <a:ext uri="{FF2B5EF4-FFF2-40B4-BE49-F238E27FC236}">
                <a16:creationId xmlns:a16="http://schemas.microsoft.com/office/drawing/2014/main" id="{C1CBA9CF-0743-360B-AC13-D77735BAD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555750"/>
            <a:ext cx="6360844" cy="4486275"/>
          </a:xfrm>
          <a:prstGeom prst="rect">
            <a:avLst/>
          </a:prstGeom>
        </p:spPr>
      </p:pic>
    </p:spTree>
    <p:extLst>
      <p:ext uri="{BB962C8B-B14F-4D97-AF65-F5344CB8AC3E}">
        <p14:creationId xmlns:p14="http://schemas.microsoft.com/office/powerpoint/2010/main" val="3127998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3D73A-BB49-27FA-83F3-C5B863C66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56A0D-74FA-7557-74F9-B296B87C63DD}"/>
              </a:ext>
            </a:extLst>
          </p:cNvPr>
          <p:cNvSpPr>
            <a:spLocks noGrp="1"/>
          </p:cNvSpPr>
          <p:nvPr>
            <p:ph type="title"/>
          </p:nvPr>
        </p:nvSpPr>
        <p:spPr/>
        <p:txBody>
          <a:bodyPr/>
          <a:lstStyle/>
          <a:p>
            <a:r>
              <a:rPr lang="en-GB" dirty="0"/>
              <a:t>Temporal Evaluation</a:t>
            </a:r>
          </a:p>
        </p:txBody>
      </p:sp>
      <p:sp>
        <p:nvSpPr>
          <p:cNvPr id="3" name="Content Placeholder 2">
            <a:extLst>
              <a:ext uri="{FF2B5EF4-FFF2-40B4-BE49-F238E27FC236}">
                <a16:creationId xmlns:a16="http://schemas.microsoft.com/office/drawing/2014/main" id="{3D3D8696-6C49-CBBB-DA94-4D95DD09A4D7}"/>
              </a:ext>
            </a:extLst>
          </p:cNvPr>
          <p:cNvSpPr>
            <a:spLocks noGrp="1"/>
          </p:cNvSpPr>
          <p:nvPr>
            <p:ph idx="1"/>
          </p:nvPr>
        </p:nvSpPr>
        <p:spPr>
          <a:xfrm>
            <a:off x="838200" y="5132363"/>
            <a:ext cx="6931702" cy="1223987"/>
          </a:xfrm>
        </p:spPr>
        <p:txBody>
          <a:bodyPr>
            <a:normAutofit/>
          </a:bodyPr>
          <a:lstStyle/>
          <a:p>
            <a:pPr>
              <a:buFont typeface="Wingdings" panose="05000000000000000000" pitchFamily="2" charset="2"/>
              <a:buChar char="ü"/>
            </a:pPr>
            <a:r>
              <a:rPr lang="en-GB" sz="2000" dirty="0"/>
              <a:t>Pressing intensity varies throughout the match</a:t>
            </a:r>
          </a:p>
          <a:p>
            <a:pPr>
              <a:buFont typeface="Wingdings" panose="05000000000000000000" pitchFamily="2" charset="2"/>
              <a:buChar char="ü"/>
            </a:pPr>
            <a:r>
              <a:rPr lang="en-GB" sz="2000" dirty="0"/>
              <a:t>Sustained periods of coordinated pressure become visible</a:t>
            </a:r>
          </a:p>
          <a:p>
            <a:pPr>
              <a:buFont typeface="Wingdings" panose="05000000000000000000" pitchFamily="2" charset="2"/>
              <a:buChar char="ü"/>
            </a:pPr>
            <a:r>
              <a:rPr lang="en-GB" sz="2000" dirty="0"/>
              <a:t>Enables temporal comparison of defensive behaviour</a:t>
            </a:r>
          </a:p>
        </p:txBody>
      </p:sp>
      <p:sp>
        <p:nvSpPr>
          <p:cNvPr id="4" name="Slide Number Placeholder 3">
            <a:extLst>
              <a:ext uri="{FF2B5EF4-FFF2-40B4-BE49-F238E27FC236}">
                <a16:creationId xmlns:a16="http://schemas.microsoft.com/office/drawing/2014/main" id="{9DF3E2C9-4CB6-6858-E1CD-7D196B35B9BA}"/>
              </a:ext>
            </a:extLst>
          </p:cNvPr>
          <p:cNvSpPr>
            <a:spLocks noGrp="1"/>
          </p:cNvSpPr>
          <p:nvPr>
            <p:ph type="sldNum" sz="quarter" idx="12"/>
          </p:nvPr>
        </p:nvSpPr>
        <p:spPr/>
        <p:txBody>
          <a:bodyPr/>
          <a:lstStyle/>
          <a:p>
            <a:fld id="{76BEF329-CF39-4667-9549-3F9C39E42F91}" type="slidenum">
              <a:rPr lang="en-GB" smtClean="0"/>
              <a:t>14</a:t>
            </a:fld>
            <a:endParaRPr lang="en-GB"/>
          </a:p>
        </p:txBody>
      </p:sp>
      <p:pic>
        <p:nvPicPr>
          <p:cNvPr id="6" name="Picture 5">
            <a:extLst>
              <a:ext uri="{FF2B5EF4-FFF2-40B4-BE49-F238E27FC236}">
                <a16:creationId xmlns:a16="http://schemas.microsoft.com/office/drawing/2014/main" id="{2F2FC2FF-6DB7-6E7D-C13E-79DAB5B09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10515600" cy="3156615"/>
          </a:xfrm>
          <a:prstGeom prst="rect">
            <a:avLst/>
          </a:prstGeom>
        </p:spPr>
      </p:pic>
    </p:spTree>
    <p:extLst>
      <p:ext uri="{BB962C8B-B14F-4D97-AF65-F5344CB8AC3E}">
        <p14:creationId xmlns:p14="http://schemas.microsoft.com/office/powerpoint/2010/main" val="4157088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ED653-2723-4C2E-0E54-357C4D1B23C9}"/>
              </a:ext>
            </a:extLst>
          </p:cNvPr>
          <p:cNvSpPr>
            <a:spLocks noGrp="1"/>
          </p:cNvSpPr>
          <p:nvPr>
            <p:ph type="title"/>
          </p:nvPr>
        </p:nvSpPr>
        <p:spPr/>
        <p:txBody>
          <a:bodyPr/>
          <a:lstStyle/>
          <a:p>
            <a:r>
              <a:rPr lang="en-GB" dirty="0"/>
              <a:t>Qualitative Validation</a:t>
            </a:r>
          </a:p>
        </p:txBody>
      </p:sp>
      <p:sp>
        <p:nvSpPr>
          <p:cNvPr id="4" name="Slide Number Placeholder 3">
            <a:extLst>
              <a:ext uri="{FF2B5EF4-FFF2-40B4-BE49-F238E27FC236}">
                <a16:creationId xmlns:a16="http://schemas.microsoft.com/office/drawing/2014/main" id="{F94AAD0F-851D-F2AD-3F0C-CB8FEEF5CF43}"/>
              </a:ext>
            </a:extLst>
          </p:cNvPr>
          <p:cNvSpPr>
            <a:spLocks noGrp="1"/>
          </p:cNvSpPr>
          <p:nvPr>
            <p:ph type="sldNum" sz="quarter" idx="12"/>
          </p:nvPr>
        </p:nvSpPr>
        <p:spPr/>
        <p:txBody>
          <a:bodyPr/>
          <a:lstStyle/>
          <a:p>
            <a:fld id="{76BEF329-CF39-4667-9549-3F9C39E42F91}" type="slidenum">
              <a:rPr lang="en-GB" smtClean="0"/>
              <a:t>15</a:t>
            </a:fld>
            <a:endParaRPr lang="en-GB"/>
          </a:p>
        </p:txBody>
      </p:sp>
      <p:pic>
        <p:nvPicPr>
          <p:cNvPr id="5" name="vlc-record-2026-06-12-23h45m23s-SL-R06_FCK-OB_WF_230825.mp4-">
            <a:hlinkClick r:id="" action="ppaction://media"/>
            <a:extLst>
              <a:ext uri="{FF2B5EF4-FFF2-40B4-BE49-F238E27FC236}">
                <a16:creationId xmlns:a16="http://schemas.microsoft.com/office/drawing/2014/main" id="{A11E2C98-0420-E374-6574-3433A5A41E0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562120" y="1917695"/>
            <a:ext cx="7067759" cy="3975615"/>
          </a:xfrm>
          <a:prstGeom prst="rect">
            <a:avLst/>
          </a:prstGeom>
        </p:spPr>
      </p:pic>
    </p:spTree>
    <p:extLst>
      <p:ext uri="{BB962C8B-B14F-4D97-AF65-F5344CB8AC3E}">
        <p14:creationId xmlns:p14="http://schemas.microsoft.com/office/powerpoint/2010/main" val="268812324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5AFC9-46A9-4FF7-40D9-EFE68E99F6EA}"/>
              </a:ext>
            </a:extLst>
          </p:cNvPr>
          <p:cNvSpPr>
            <a:spLocks noGrp="1"/>
          </p:cNvSpPr>
          <p:nvPr>
            <p:ph type="title"/>
          </p:nvPr>
        </p:nvSpPr>
        <p:spPr/>
        <p:txBody>
          <a:bodyPr/>
          <a:lstStyle/>
          <a:p>
            <a:r>
              <a:rPr lang="en-GB" dirty="0"/>
              <a:t>Sequence Breakdown</a:t>
            </a:r>
          </a:p>
        </p:txBody>
      </p:sp>
      <p:sp>
        <p:nvSpPr>
          <p:cNvPr id="4" name="Slide Number Placeholder 3">
            <a:extLst>
              <a:ext uri="{FF2B5EF4-FFF2-40B4-BE49-F238E27FC236}">
                <a16:creationId xmlns:a16="http://schemas.microsoft.com/office/drawing/2014/main" id="{469BBA33-AB97-B8B2-E38C-07CE29CAE844}"/>
              </a:ext>
            </a:extLst>
          </p:cNvPr>
          <p:cNvSpPr>
            <a:spLocks noGrp="1"/>
          </p:cNvSpPr>
          <p:nvPr>
            <p:ph type="sldNum" sz="quarter" idx="12"/>
          </p:nvPr>
        </p:nvSpPr>
        <p:spPr/>
        <p:txBody>
          <a:bodyPr/>
          <a:lstStyle/>
          <a:p>
            <a:fld id="{76BEF329-CF39-4667-9549-3F9C39E42F91}" type="slidenum">
              <a:rPr lang="en-GB" smtClean="0"/>
              <a:t>16</a:t>
            </a:fld>
            <a:endParaRPr lang="en-GB"/>
          </a:p>
        </p:txBody>
      </p:sp>
      <p:pic>
        <p:nvPicPr>
          <p:cNvPr id="6" name="Picture 5">
            <a:extLst>
              <a:ext uri="{FF2B5EF4-FFF2-40B4-BE49-F238E27FC236}">
                <a16:creationId xmlns:a16="http://schemas.microsoft.com/office/drawing/2014/main" id="{8E7AF4E8-9A57-6971-C652-3CC69CAF7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052" y="1897169"/>
            <a:ext cx="3451576" cy="1923775"/>
          </a:xfrm>
          <a:prstGeom prst="rect">
            <a:avLst/>
          </a:prstGeom>
        </p:spPr>
      </p:pic>
      <p:pic>
        <p:nvPicPr>
          <p:cNvPr id="8" name="Picture 7">
            <a:extLst>
              <a:ext uri="{FF2B5EF4-FFF2-40B4-BE49-F238E27FC236}">
                <a16:creationId xmlns:a16="http://schemas.microsoft.com/office/drawing/2014/main" id="{5855FA05-AA4A-285B-17B5-21DE574DE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6210" y="1897168"/>
            <a:ext cx="3420774" cy="1923775"/>
          </a:xfrm>
          <a:prstGeom prst="rect">
            <a:avLst/>
          </a:prstGeom>
        </p:spPr>
      </p:pic>
      <p:pic>
        <p:nvPicPr>
          <p:cNvPr id="10" name="Picture 9">
            <a:extLst>
              <a:ext uri="{FF2B5EF4-FFF2-40B4-BE49-F238E27FC236}">
                <a16:creationId xmlns:a16="http://schemas.microsoft.com/office/drawing/2014/main" id="{03A54523-A658-F12E-1CF5-4329C49D23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08856" y="1897169"/>
            <a:ext cx="3460810" cy="1923774"/>
          </a:xfrm>
          <a:prstGeom prst="rect">
            <a:avLst/>
          </a:prstGeom>
        </p:spPr>
      </p:pic>
      <p:sp>
        <p:nvSpPr>
          <p:cNvPr id="3" name="TextBox 2">
            <a:extLst>
              <a:ext uri="{FF2B5EF4-FFF2-40B4-BE49-F238E27FC236}">
                <a16:creationId xmlns:a16="http://schemas.microsoft.com/office/drawing/2014/main" id="{E02BB346-3978-56A2-15C9-E2B0D7C80ACF}"/>
              </a:ext>
            </a:extLst>
          </p:cNvPr>
          <p:cNvSpPr txBox="1"/>
          <p:nvPr/>
        </p:nvSpPr>
        <p:spPr>
          <a:xfrm>
            <a:off x="671052" y="4106567"/>
            <a:ext cx="3016045" cy="369332"/>
          </a:xfrm>
          <a:prstGeom prst="rect">
            <a:avLst/>
          </a:prstGeom>
          <a:noFill/>
        </p:spPr>
        <p:txBody>
          <a:bodyPr wrap="square" rtlCol="0">
            <a:spAutoFit/>
          </a:bodyPr>
          <a:lstStyle/>
          <a:p>
            <a:r>
              <a:rPr lang="en-GB" dirty="0"/>
              <a:t>(a) Initial goalkeeper pressure</a:t>
            </a:r>
          </a:p>
        </p:txBody>
      </p:sp>
      <p:sp>
        <p:nvSpPr>
          <p:cNvPr id="5" name="TextBox 4">
            <a:extLst>
              <a:ext uri="{FF2B5EF4-FFF2-40B4-BE49-F238E27FC236}">
                <a16:creationId xmlns:a16="http://schemas.microsoft.com/office/drawing/2014/main" id="{57C29F9A-D5F3-C3E5-28BE-80EB7F10272B}"/>
              </a:ext>
            </a:extLst>
          </p:cNvPr>
          <p:cNvSpPr txBox="1"/>
          <p:nvPr/>
        </p:nvSpPr>
        <p:spPr>
          <a:xfrm>
            <a:off x="4254910" y="4106567"/>
            <a:ext cx="3236583" cy="646331"/>
          </a:xfrm>
          <a:prstGeom prst="rect">
            <a:avLst/>
          </a:prstGeom>
          <a:noFill/>
        </p:spPr>
        <p:txBody>
          <a:bodyPr wrap="square" rtlCol="0">
            <a:spAutoFit/>
          </a:bodyPr>
          <a:lstStyle/>
          <a:p>
            <a:r>
              <a:rPr lang="en-GB" dirty="0"/>
              <a:t>(b) Secondary pressure following pass transition</a:t>
            </a:r>
          </a:p>
        </p:txBody>
      </p:sp>
      <p:sp>
        <p:nvSpPr>
          <p:cNvPr id="7" name="TextBox 6">
            <a:extLst>
              <a:ext uri="{FF2B5EF4-FFF2-40B4-BE49-F238E27FC236}">
                <a16:creationId xmlns:a16="http://schemas.microsoft.com/office/drawing/2014/main" id="{C71556CD-DE1A-FFE3-29F2-E2980AF30E59}"/>
              </a:ext>
            </a:extLst>
          </p:cNvPr>
          <p:cNvSpPr txBox="1"/>
          <p:nvPr/>
        </p:nvSpPr>
        <p:spPr>
          <a:xfrm>
            <a:off x="8008856" y="4106567"/>
            <a:ext cx="3016045" cy="646331"/>
          </a:xfrm>
          <a:prstGeom prst="rect">
            <a:avLst/>
          </a:prstGeom>
          <a:noFill/>
        </p:spPr>
        <p:txBody>
          <a:bodyPr wrap="square" rtlCol="0">
            <a:spAutoFit/>
          </a:bodyPr>
          <a:lstStyle/>
          <a:p>
            <a:r>
              <a:rPr lang="en-GB" dirty="0"/>
              <a:t>(c) Sequence termination after pressure release</a:t>
            </a:r>
          </a:p>
        </p:txBody>
      </p:sp>
      <p:sp>
        <p:nvSpPr>
          <p:cNvPr id="9" name="TextBox 8">
            <a:extLst>
              <a:ext uri="{FF2B5EF4-FFF2-40B4-BE49-F238E27FC236}">
                <a16:creationId xmlns:a16="http://schemas.microsoft.com/office/drawing/2014/main" id="{9C0703D2-9FF4-18D3-E961-F832A26AC943}"/>
              </a:ext>
            </a:extLst>
          </p:cNvPr>
          <p:cNvSpPr txBox="1"/>
          <p:nvPr/>
        </p:nvSpPr>
        <p:spPr>
          <a:xfrm>
            <a:off x="2369835" y="5038522"/>
            <a:ext cx="7413523" cy="523220"/>
          </a:xfrm>
          <a:prstGeom prst="rect">
            <a:avLst/>
          </a:prstGeom>
          <a:noFill/>
        </p:spPr>
        <p:txBody>
          <a:bodyPr wrap="square" rtlCol="0">
            <a:spAutoFit/>
          </a:bodyPr>
          <a:lstStyle/>
          <a:p>
            <a:r>
              <a:rPr lang="en-GB" sz="2800" dirty="0"/>
              <a:t>Example of coherent pressing sequence detection</a:t>
            </a:r>
          </a:p>
        </p:txBody>
      </p:sp>
    </p:spTree>
    <p:extLst>
      <p:ext uri="{BB962C8B-B14F-4D97-AF65-F5344CB8AC3E}">
        <p14:creationId xmlns:p14="http://schemas.microsoft.com/office/powerpoint/2010/main" val="365940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91B53-D110-69E8-AB68-2142CD4D4DED}"/>
              </a:ext>
            </a:extLst>
          </p:cNvPr>
          <p:cNvSpPr>
            <a:spLocks noGrp="1"/>
          </p:cNvSpPr>
          <p:nvPr>
            <p:ph type="title"/>
          </p:nvPr>
        </p:nvSpPr>
        <p:spPr/>
        <p:txBody>
          <a:bodyPr/>
          <a:lstStyle/>
          <a:p>
            <a:r>
              <a:rPr lang="en-GB" dirty="0"/>
              <a:t>Framework Strengths</a:t>
            </a:r>
          </a:p>
        </p:txBody>
      </p:sp>
      <p:sp>
        <p:nvSpPr>
          <p:cNvPr id="3" name="Content Placeholder 2">
            <a:extLst>
              <a:ext uri="{FF2B5EF4-FFF2-40B4-BE49-F238E27FC236}">
                <a16:creationId xmlns:a16="http://schemas.microsoft.com/office/drawing/2014/main" id="{3CB5DC8D-EA02-3BBA-2E99-95D06A10CE6D}"/>
              </a:ext>
            </a:extLst>
          </p:cNvPr>
          <p:cNvSpPr>
            <a:spLocks noGrp="1"/>
          </p:cNvSpPr>
          <p:nvPr>
            <p:ph idx="1"/>
          </p:nvPr>
        </p:nvSpPr>
        <p:spPr/>
        <p:txBody>
          <a:bodyPr/>
          <a:lstStyle/>
          <a:p>
            <a:pPr>
              <a:lnSpc>
                <a:spcPct val="100000"/>
              </a:lnSpc>
            </a:pPr>
            <a:r>
              <a:rPr lang="en-GB" sz="2400" dirty="0"/>
              <a:t>Context-Aware Analysis</a:t>
            </a:r>
          </a:p>
          <a:p>
            <a:pPr marL="457200" lvl="1" indent="0">
              <a:lnSpc>
                <a:spcPct val="100000"/>
              </a:lnSpc>
              <a:buNone/>
            </a:pPr>
            <a:r>
              <a:rPr lang="en-GB" sz="1600" dirty="0"/>
              <a:t>Constructs tactical context before behavioural analysis</a:t>
            </a:r>
          </a:p>
          <a:p>
            <a:pPr marL="457200" lvl="1" indent="0">
              <a:lnSpc>
                <a:spcPct val="100000"/>
              </a:lnSpc>
              <a:buNone/>
            </a:pPr>
            <a:endParaRPr lang="en-GB" sz="1600" dirty="0"/>
          </a:p>
          <a:p>
            <a:pPr>
              <a:lnSpc>
                <a:spcPct val="100000"/>
              </a:lnSpc>
            </a:pPr>
            <a:r>
              <a:rPr lang="en-GB" sz="2400" dirty="0"/>
              <a:t>Sequence-Based Modelling</a:t>
            </a:r>
          </a:p>
          <a:p>
            <a:pPr marL="457200" lvl="1" indent="0">
              <a:lnSpc>
                <a:spcPct val="100000"/>
              </a:lnSpc>
              <a:buNone/>
            </a:pPr>
            <a:r>
              <a:rPr lang="en-GB" sz="1600" dirty="0"/>
              <a:t>Represents pressing as a continuous tactical process</a:t>
            </a:r>
          </a:p>
          <a:p>
            <a:pPr marL="457200" lvl="1" indent="0">
              <a:lnSpc>
                <a:spcPct val="100000"/>
              </a:lnSpc>
              <a:buNone/>
            </a:pPr>
            <a:endParaRPr lang="en-GB" sz="1600" dirty="0"/>
          </a:p>
          <a:p>
            <a:pPr>
              <a:lnSpc>
                <a:spcPct val="100000"/>
              </a:lnSpc>
            </a:pPr>
            <a:r>
              <a:rPr lang="en-GB" sz="2400" dirty="0"/>
              <a:t>Interpretable Evaluation</a:t>
            </a:r>
          </a:p>
          <a:p>
            <a:pPr marL="457200" lvl="1" indent="0">
              <a:lnSpc>
                <a:spcPct val="100000"/>
              </a:lnSpc>
              <a:buNone/>
            </a:pPr>
            <a:r>
              <a:rPr lang="en-GB" sz="1600" dirty="0"/>
              <a:t>Combines behavioural detection with tactical outcomes</a:t>
            </a: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8F5D262C-C6AC-4E7F-4FC7-50E61C739E12}"/>
              </a:ext>
            </a:extLst>
          </p:cNvPr>
          <p:cNvSpPr>
            <a:spLocks noGrp="1"/>
          </p:cNvSpPr>
          <p:nvPr>
            <p:ph type="sldNum" sz="quarter" idx="12"/>
          </p:nvPr>
        </p:nvSpPr>
        <p:spPr/>
        <p:txBody>
          <a:bodyPr/>
          <a:lstStyle/>
          <a:p>
            <a:fld id="{76BEF329-CF39-4667-9549-3F9C39E42F91}" type="slidenum">
              <a:rPr lang="en-GB" smtClean="0"/>
              <a:t>17</a:t>
            </a:fld>
            <a:endParaRPr lang="en-GB"/>
          </a:p>
        </p:txBody>
      </p:sp>
    </p:spTree>
    <p:extLst>
      <p:ext uri="{BB962C8B-B14F-4D97-AF65-F5344CB8AC3E}">
        <p14:creationId xmlns:p14="http://schemas.microsoft.com/office/powerpoint/2010/main" val="2957628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062E9-7B4D-6DDC-9DC7-299F00433829}"/>
              </a:ext>
            </a:extLst>
          </p:cNvPr>
          <p:cNvSpPr>
            <a:spLocks noGrp="1"/>
          </p:cNvSpPr>
          <p:nvPr>
            <p:ph type="title"/>
          </p:nvPr>
        </p:nvSpPr>
        <p:spPr/>
        <p:txBody>
          <a:bodyPr/>
          <a:lstStyle/>
          <a:p>
            <a:r>
              <a:rPr lang="en-GB" dirty="0"/>
              <a:t>Limitations</a:t>
            </a:r>
          </a:p>
        </p:txBody>
      </p:sp>
      <p:sp>
        <p:nvSpPr>
          <p:cNvPr id="3" name="Content Placeholder 2">
            <a:extLst>
              <a:ext uri="{FF2B5EF4-FFF2-40B4-BE49-F238E27FC236}">
                <a16:creationId xmlns:a16="http://schemas.microsoft.com/office/drawing/2014/main" id="{24584948-2DA8-E0BC-86EB-3B71AD3EB3A3}"/>
              </a:ext>
            </a:extLst>
          </p:cNvPr>
          <p:cNvSpPr>
            <a:spLocks noGrp="1"/>
          </p:cNvSpPr>
          <p:nvPr>
            <p:ph idx="1"/>
          </p:nvPr>
        </p:nvSpPr>
        <p:spPr/>
        <p:txBody>
          <a:bodyPr/>
          <a:lstStyle/>
          <a:p>
            <a:pPr>
              <a:lnSpc>
                <a:spcPct val="100000"/>
              </a:lnSpc>
            </a:pPr>
            <a:r>
              <a:rPr lang="en-GB" sz="2400" dirty="0"/>
              <a:t>Sequence Ambiguity</a:t>
            </a:r>
          </a:p>
          <a:p>
            <a:pPr marL="457200" lvl="1" indent="0">
              <a:lnSpc>
                <a:spcPct val="100000"/>
              </a:lnSpc>
              <a:buNone/>
            </a:pPr>
            <a:r>
              <a:rPr lang="en-GB" sz="1600" dirty="0"/>
              <a:t>No clear boundaries between pressing phases.</a:t>
            </a:r>
          </a:p>
          <a:p>
            <a:pPr marL="457200" lvl="1" indent="0">
              <a:lnSpc>
                <a:spcPct val="100000"/>
              </a:lnSpc>
              <a:buNone/>
            </a:pPr>
            <a:endParaRPr lang="en-GB" sz="1600" dirty="0"/>
          </a:p>
          <a:p>
            <a:pPr>
              <a:lnSpc>
                <a:spcPct val="100000"/>
              </a:lnSpc>
            </a:pPr>
            <a:r>
              <a:rPr lang="en-GB" sz="2400" dirty="0"/>
              <a:t>Parameter Sensitivity</a:t>
            </a:r>
          </a:p>
          <a:p>
            <a:pPr marL="457200" lvl="1" indent="0">
              <a:lnSpc>
                <a:spcPct val="100000"/>
              </a:lnSpc>
              <a:buNone/>
            </a:pPr>
            <a:r>
              <a:rPr lang="en-GB" sz="1600" dirty="0"/>
              <a:t>Detection depends on thresholds, and tuning is computationally heavy.</a:t>
            </a:r>
          </a:p>
          <a:p>
            <a:pPr marL="457200" lvl="1" indent="0">
              <a:lnSpc>
                <a:spcPct val="100000"/>
              </a:lnSpc>
              <a:buNone/>
            </a:pPr>
            <a:endParaRPr lang="en-GB" sz="1600" dirty="0"/>
          </a:p>
          <a:p>
            <a:pPr>
              <a:lnSpc>
                <a:spcPct val="100000"/>
              </a:lnSpc>
            </a:pPr>
            <a:r>
              <a:rPr lang="en-GB" sz="2400" dirty="0"/>
              <a:t>Data Constraints</a:t>
            </a:r>
          </a:p>
          <a:p>
            <a:pPr marL="457200" lvl="1" indent="0">
              <a:lnSpc>
                <a:spcPct val="100000"/>
              </a:lnSpc>
              <a:buNone/>
            </a:pPr>
            <a:r>
              <a:rPr lang="en-GB" sz="1600" dirty="0"/>
              <a:t>Evaluation depends on the richness of tracking and event annotations.</a:t>
            </a: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DE2E0BAF-69D1-3BEF-591B-72E5F002154E}"/>
              </a:ext>
            </a:extLst>
          </p:cNvPr>
          <p:cNvSpPr>
            <a:spLocks noGrp="1"/>
          </p:cNvSpPr>
          <p:nvPr>
            <p:ph type="sldNum" sz="quarter" idx="12"/>
          </p:nvPr>
        </p:nvSpPr>
        <p:spPr/>
        <p:txBody>
          <a:bodyPr/>
          <a:lstStyle/>
          <a:p>
            <a:fld id="{76BEF329-CF39-4667-9549-3F9C39E42F91}" type="slidenum">
              <a:rPr lang="en-GB" smtClean="0"/>
              <a:t>18</a:t>
            </a:fld>
            <a:endParaRPr lang="en-GB"/>
          </a:p>
        </p:txBody>
      </p:sp>
    </p:spTree>
    <p:extLst>
      <p:ext uri="{BB962C8B-B14F-4D97-AF65-F5344CB8AC3E}">
        <p14:creationId xmlns:p14="http://schemas.microsoft.com/office/powerpoint/2010/main" val="4256634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58A76-3336-E41A-5DEA-D503AE01F7DB}"/>
              </a:ext>
            </a:extLst>
          </p:cNvPr>
          <p:cNvSpPr>
            <a:spLocks noGrp="1"/>
          </p:cNvSpPr>
          <p:nvPr>
            <p:ph type="title"/>
          </p:nvPr>
        </p:nvSpPr>
        <p:spPr/>
        <p:txBody>
          <a:bodyPr/>
          <a:lstStyle/>
          <a:p>
            <a:r>
              <a:rPr lang="en-GB" dirty="0"/>
              <a:t>Future Work</a:t>
            </a:r>
          </a:p>
        </p:txBody>
      </p:sp>
      <p:sp>
        <p:nvSpPr>
          <p:cNvPr id="3" name="Content Placeholder 2">
            <a:extLst>
              <a:ext uri="{FF2B5EF4-FFF2-40B4-BE49-F238E27FC236}">
                <a16:creationId xmlns:a16="http://schemas.microsoft.com/office/drawing/2014/main" id="{0CD80339-C09C-8692-68C7-90828FEF0DAB}"/>
              </a:ext>
            </a:extLst>
          </p:cNvPr>
          <p:cNvSpPr>
            <a:spLocks noGrp="1"/>
          </p:cNvSpPr>
          <p:nvPr>
            <p:ph idx="1"/>
          </p:nvPr>
        </p:nvSpPr>
        <p:spPr/>
        <p:txBody>
          <a:bodyPr/>
          <a:lstStyle/>
          <a:p>
            <a:pPr>
              <a:lnSpc>
                <a:spcPct val="100000"/>
              </a:lnSpc>
            </a:pPr>
            <a:r>
              <a:rPr lang="en-GB" sz="2400" dirty="0"/>
              <a:t>Adaptive Modelling</a:t>
            </a:r>
          </a:p>
          <a:p>
            <a:pPr lvl="1">
              <a:lnSpc>
                <a:spcPct val="100000"/>
              </a:lnSpc>
            </a:pPr>
            <a:r>
              <a:rPr lang="en-GB" sz="1600" dirty="0"/>
              <a:t>Dynamic continuity instead of fixed thresholds</a:t>
            </a:r>
          </a:p>
          <a:p>
            <a:pPr marL="457200" lvl="1" indent="0">
              <a:lnSpc>
                <a:spcPct val="100000"/>
              </a:lnSpc>
              <a:buNone/>
            </a:pPr>
            <a:endParaRPr lang="en-GB" sz="1600" dirty="0"/>
          </a:p>
          <a:p>
            <a:pPr>
              <a:lnSpc>
                <a:spcPct val="100000"/>
              </a:lnSpc>
            </a:pPr>
            <a:r>
              <a:rPr lang="en-GB" sz="2400" dirty="0"/>
              <a:t>Richer Context</a:t>
            </a:r>
          </a:p>
          <a:p>
            <a:pPr lvl="1">
              <a:lnSpc>
                <a:spcPct val="100000"/>
              </a:lnSpc>
            </a:pPr>
            <a:r>
              <a:rPr lang="en-GB" sz="1600" dirty="0"/>
              <a:t>Passing lanes</a:t>
            </a:r>
          </a:p>
          <a:p>
            <a:pPr lvl="1">
              <a:lnSpc>
                <a:spcPct val="100000"/>
              </a:lnSpc>
            </a:pPr>
            <a:r>
              <a:rPr lang="en-GB" sz="1600" dirty="0"/>
              <a:t>Team shape</a:t>
            </a:r>
          </a:p>
          <a:p>
            <a:pPr marL="457200" lvl="1" indent="0">
              <a:lnSpc>
                <a:spcPct val="100000"/>
              </a:lnSpc>
              <a:buNone/>
            </a:pPr>
            <a:endParaRPr lang="en-GB" sz="1600" dirty="0"/>
          </a:p>
          <a:p>
            <a:pPr>
              <a:lnSpc>
                <a:spcPct val="100000"/>
              </a:lnSpc>
            </a:pPr>
            <a:r>
              <a:rPr lang="en-GB" sz="2400" dirty="0"/>
              <a:t>Larger Validation</a:t>
            </a:r>
          </a:p>
          <a:p>
            <a:pPr lvl="1">
              <a:lnSpc>
                <a:spcPct val="100000"/>
              </a:lnSpc>
            </a:pPr>
            <a:r>
              <a:rPr lang="en-GB" sz="1600" dirty="0"/>
              <a:t>Multiple matches</a:t>
            </a:r>
          </a:p>
          <a:p>
            <a:pPr lvl="1">
              <a:lnSpc>
                <a:spcPct val="100000"/>
              </a:lnSpc>
            </a:pPr>
            <a:r>
              <a:rPr lang="en-GB" sz="1600" dirty="0"/>
              <a:t>Different teams</a:t>
            </a:r>
          </a:p>
          <a:p>
            <a:pPr lvl="1">
              <a:lnSpc>
                <a:spcPct val="100000"/>
              </a:lnSpc>
            </a:pPr>
            <a:r>
              <a:rPr lang="en-GB" sz="1600" dirty="0"/>
              <a:t>Expert annotations</a:t>
            </a:r>
          </a:p>
          <a:p>
            <a:pPr marL="0" indent="0">
              <a:buNone/>
            </a:pPr>
            <a:endParaRPr lang="en-GB" dirty="0"/>
          </a:p>
        </p:txBody>
      </p:sp>
      <p:sp>
        <p:nvSpPr>
          <p:cNvPr id="4" name="Slide Number Placeholder 3">
            <a:extLst>
              <a:ext uri="{FF2B5EF4-FFF2-40B4-BE49-F238E27FC236}">
                <a16:creationId xmlns:a16="http://schemas.microsoft.com/office/drawing/2014/main" id="{E90BB9E0-1827-06E8-442E-1C17A0538FC6}"/>
              </a:ext>
            </a:extLst>
          </p:cNvPr>
          <p:cNvSpPr>
            <a:spLocks noGrp="1"/>
          </p:cNvSpPr>
          <p:nvPr>
            <p:ph type="sldNum" sz="quarter" idx="12"/>
          </p:nvPr>
        </p:nvSpPr>
        <p:spPr/>
        <p:txBody>
          <a:bodyPr/>
          <a:lstStyle/>
          <a:p>
            <a:fld id="{76BEF329-CF39-4667-9549-3F9C39E42F91}" type="slidenum">
              <a:rPr lang="en-GB" smtClean="0"/>
              <a:t>19</a:t>
            </a:fld>
            <a:endParaRPr lang="en-GB"/>
          </a:p>
        </p:txBody>
      </p:sp>
    </p:spTree>
    <p:extLst>
      <p:ext uri="{BB962C8B-B14F-4D97-AF65-F5344CB8AC3E}">
        <p14:creationId xmlns:p14="http://schemas.microsoft.com/office/powerpoint/2010/main" val="1093014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7B62-7869-FE1D-A3D5-2964D9AF9796}"/>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DA552A4B-44B2-DF54-1A78-8E0585FA6AE3}"/>
              </a:ext>
            </a:extLst>
          </p:cNvPr>
          <p:cNvSpPr>
            <a:spLocks noGrp="1"/>
          </p:cNvSpPr>
          <p:nvPr>
            <p:ph idx="1"/>
          </p:nvPr>
        </p:nvSpPr>
        <p:spPr/>
        <p:txBody>
          <a:bodyPr/>
          <a:lstStyle/>
          <a:p>
            <a:pPr>
              <a:lnSpc>
                <a:spcPct val="100000"/>
              </a:lnSpc>
            </a:pPr>
            <a:r>
              <a:rPr lang="en-GB" sz="2400" dirty="0"/>
              <a:t>Framework</a:t>
            </a:r>
          </a:p>
          <a:p>
            <a:pPr marL="457200" lvl="1" indent="0">
              <a:lnSpc>
                <a:spcPct val="100000"/>
              </a:lnSpc>
              <a:buNone/>
            </a:pPr>
            <a:r>
              <a:rPr lang="en-GB" sz="1600" dirty="0"/>
              <a:t>Developed a context-aware sequence-based framework.</a:t>
            </a:r>
          </a:p>
          <a:p>
            <a:pPr marL="457200" lvl="1" indent="0">
              <a:lnSpc>
                <a:spcPct val="100000"/>
              </a:lnSpc>
              <a:buNone/>
            </a:pPr>
            <a:endParaRPr lang="en-GB" sz="1600" dirty="0"/>
          </a:p>
          <a:p>
            <a:pPr>
              <a:lnSpc>
                <a:spcPct val="100000"/>
              </a:lnSpc>
            </a:pPr>
            <a:r>
              <a:rPr lang="en-GB" sz="2400" dirty="0"/>
              <a:t>Results</a:t>
            </a:r>
          </a:p>
          <a:p>
            <a:pPr marL="457200" lvl="1" indent="0">
              <a:lnSpc>
                <a:spcPct val="100000"/>
              </a:lnSpc>
              <a:buNone/>
            </a:pPr>
            <a:r>
              <a:rPr lang="en-GB" sz="1600" dirty="0"/>
              <a:t>Produced tactically meaningful pressing sequences.</a:t>
            </a:r>
          </a:p>
          <a:p>
            <a:pPr marL="457200" lvl="1" indent="0">
              <a:lnSpc>
                <a:spcPct val="100000"/>
              </a:lnSpc>
              <a:buNone/>
            </a:pPr>
            <a:endParaRPr lang="en-GB" sz="1600" dirty="0"/>
          </a:p>
          <a:p>
            <a:pPr>
              <a:lnSpc>
                <a:spcPct val="100000"/>
              </a:lnSpc>
            </a:pPr>
            <a:r>
              <a:rPr lang="en-GB" sz="2400" dirty="0"/>
              <a:t>Contribution</a:t>
            </a:r>
          </a:p>
          <a:p>
            <a:pPr marL="457200" lvl="1" indent="0">
              <a:lnSpc>
                <a:spcPct val="100000"/>
              </a:lnSpc>
              <a:buNone/>
            </a:pPr>
            <a:r>
              <a:rPr lang="en-GB" sz="1600" dirty="0"/>
              <a:t>Demonstrated how raw tracking data can be transformed into interpretable behavioural analytics.</a:t>
            </a:r>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5E6B54B6-EBCD-29CF-AF15-0CC2953DD5D0}"/>
              </a:ext>
            </a:extLst>
          </p:cNvPr>
          <p:cNvSpPr>
            <a:spLocks noGrp="1"/>
          </p:cNvSpPr>
          <p:nvPr>
            <p:ph type="sldNum" sz="quarter" idx="12"/>
          </p:nvPr>
        </p:nvSpPr>
        <p:spPr/>
        <p:txBody>
          <a:bodyPr/>
          <a:lstStyle/>
          <a:p>
            <a:fld id="{76BEF329-CF39-4667-9549-3F9C39E42F91}" type="slidenum">
              <a:rPr lang="en-GB" smtClean="0"/>
              <a:t>20</a:t>
            </a:fld>
            <a:endParaRPr lang="en-GB"/>
          </a:p>
        </p:txBody>
      </p:sp>
    </p:spTree>
    <p:extLst>
      <p:ext uri="{BB962C8B-B14F-4D97-AF65-F5344CB8AC3E}">
        <p14:creationId xmlns:p14="http://schemas.microsoft.com/office/powerpoint/2010/main" val="1728165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59E348-018F-1A6E-6183-991B32D792D4}"/>
              </a:ext>
            </a:extLst>
          </p:cNvPr>
          <p:cNvSpPr>
            <a:spLocks noGrp="1"/>
          </p:cNvSpPr>
          <p:nvPr>
            <p:ph idx="1"/>
          </p:nvPr>
        </p:nvSpPr>
        <p:spPr/>
        <p:txBody>
          <a:bodyPr>
            <a:normAutofit/>
          </a:bodyPr>
          <a:lstStyle/>
          <a:p>
            <a:pPr marL="0" indent="0" algn="ctr">
              <a:buNone/>
            </a:pPr>
            <a:r>
              <a:rPr lang="en-GB" sz="11500" dirty="0"/>
              <a:t>Thank You</a:t>
            </a:r>
          </a:p>
        </p:txBody>
      </p:sp>
      <p:sp>
        <p:nvSpPr>
          <p:cNvPr id="4" name="Slide Number Placeholder 3">
            <a:extLst>
              <a:ext uri="{FF2B5EF4-FFF2-40B4-BE49-F238E27FC236}">
                <a16:creationId xmlns:a16="http://schemas.microsoft.com/office/drawing/2014/main" id="{CFAE7E7E-A6AF-3D9B-32C1-A378B42E6898}"/>
              </a:ext>
            </a:extLst>
          </p:cNvPr>
          <p:cNvSpPr>
            <a:spLocks noGrp="1"/>
          </p:cNvSpPr>
          <p:nvPr>
            <p:ph type="sldNum" sz="quarter" idx="12"/>
          </p:nvPr>
        </p:nvSpPr>
        <p:spPr/>
        <p:txBody>
          <a:bodyPr/>
          <a:lstStyle/>
          <a:p>
            <a:fld id="{76BEF329-CF39-4667-9549-3F9C39E42F91}" type="slidenum">
              <a:rPr lang="en-GB" smtClean="0"/>
              <a:t>21</a:t>
            </a:fld>
            <a:endParaRPr lang="en-GB"/>
          </a:p>
        </p:txBody>
      </p:sp>
    </p:spTree>
    <p:extLst>
      <p:ext uri="{BB962C8B-B14F-4D97-AF65-F5344CB8AC3E}">
        <p14:creationId xmlns:p14="http://schemas.microsoft.com/office/powerpoint/2010/main" val="587153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3199</TotalTime>
  <Words>2433</Words>
  <Application>Microsoft Office PowerPoint</Application>
  <PresentationFormat>Widescreen</PresentationFormat>
  <Paragraphs>248</Paragraphs>
  <Slides>21</Slides>
  <Notes>19</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Quantifying Pressing in Professional Football using Tracking Data</vt:lpstr>
      <vt:lpstr>Motivation</vt:lpstr>
      <vt:lpstr>Research Goal and Contributions</vt:lpstr>
      <vt:lpstr>Data Sources</vt:lpstr>
      <vt:lpstr>Analytical Challenges</vt:lpstr>
      <vt:lpstr>Sequence-Based Pressing Analysis Framework</vt:lpstr>
      <vt:lpstr>Data Integration</vt:lpstr>
      <vt:lpstr>Context Construction</vt:lpstr>
      <vt:lpstr>Behaviour Detection</vt:lpstr>
      <vt:lpstr>Sequence Modelling (1/2)</vt:lpstr>
      <vt:lpstr>Sequence Modelling (2/2)</vt:lpstr>
      <vt:lpstr>Outcome Evaluation</vt:lpstr>
      <vt:lpstr>Spatial Evaluation</vt:lpstr>
      <vt:lpstr>Temporal Evaluation</vt:lpstr>
      <vt:lpstr>Qualitative Validation</vt:lpstr>
      <vt:lpstr>Sequence Breakdown</vt:lpstr>
      <vt:lpstr>Framework Strengths</vt:lpstr>
      <vt:lpstr>Limitations</vt:lpstr>
      <vt:lpstr>Future Work</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Shameek Khaled Egok</dc:creator>
  <cp:lastModifiedBy>Shameek Khaled Egok</cp:lastModifiedBy>
  <cp:revision>129</cp:revision>
  <dcterms:created xsi:type="dcterms:W3CDTF">2026-06-11T14:04:04Z</dcterms:created>
  <dcterms:modified xsi:type="dcterms:W3CDTF">2026-06-17T04:24:22Z</dcterms:modified>
</cp:coreProperties>
</file>